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81" r:id="rId5"/>
    <p:sldId id="284" r:id="rId6"/>
    <p:sldId id="273" r:id="rId7"/>
    <p:sldId id="302" r:id="rId8"/>
    <p:sldId id="279" r:id="rId9"/>
    <p:sldId id="265" r:id="rId10"/>
    <p:sldId id="301" r:id="rId11"/>
    <p:sldId id="303" r:id="rId12"/>
    <p:sldId id="266" r:id="rId13"/>
    <p:sldId id="294" r:id="rId14"/>
    <p:sldId id="293" r:id="rId15"/>
    <p:sldId id="304" r:id="rId16"/>
    <p:sldId id="306" r:id="rId17"/>
    <p:sldId id="300" r:id="rId18"/>
    <p:sldId id="28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98118E61-4F99-4967-A8BB-2C0553B69FA3}">
          <p14:sldIdLst>
            <p14:sldId id="281"/>
            <p14:sldId id="284"/>
            <p14:sldId id="273"/>
            <p14:sldId id="302"/>
            <p14:sldId id="279"/>
            <p14:sldId id="265"/>
            <p14:sldId id="301"/>
            <p14:sldId id="303"/>
            <p14:sldId id="266"/>
            <p14:sldId id="294"/>
            <p14:sldId id="293"/>
            <p14:sldId id="304"/>
            <p14:sldId id="306"/>
            <p14:sldId id="300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2" autoAdjust="0"/>
    <p:restoredTop sz="94879" autoAdjust="0"/>
  </p:normalViewPr>
  <p:slideViewPr>
    <p:cSldViewPr snapToGrid="0">
      <p:cViewPr>
        <p:scale>
          <a:sx n="50" d="100"/>
          <a:sy n="50" d="100"/>
        </p:scale>
        <p:origin x="1092" y="284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E19492-8C18-4D6C-BA59-47D9D3B41CEC}" type="doc">
      <dgm:prSet loTypeId="urn:microsoft.com/office/officeart/2016/7/layout/RepeatingBendingProcessNew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444355-0940-4897-9E21-B87E2468DAB9}">
      <dgm:prSet/>
      <dgm:spPr/>
      <dgm:t>
        <a:bodyPr/>
        <a:lstStyle/>
        <a:p>
          <a:r>
            <a:rPr lang="en-US" b="1" dirty="0"/>
            <a:t>Objective</a:t>
          </a:r>
          <a:endParaRPr lang="en-US" dirty="0"/>
        </a:p>
      </dgm:t>
    </dgm:pt>
    <dgm:pt modelId="{6144BDCE-89EC-498D-BC2F-9AFA1A7237B5}" type="parTrans" cxnId="{2B543CDA-C131-4686-91E6-F21D580971C4}">
      <dgm:prSet/>
      <dgm:spPr/>
      <dgm:t>
        <a:bodyPr/>
        <a:lstStyle/>
        <a:p>
          <a:endParaRPr lang="en-US"/>
        </a:p>
      </dgm:t>
    </dgm:pt>
    <dgm:pt modelId="{6EE801BB-C21E-4080-8FE5-FDBD4CAA2852}" type="sibTrans" cxnId="{2B543CDA-C131-4686-91E6-F21D580971C4}">
      <dgm:prSet/>
      <dgm:spPr/>
      <dgm:t>
        <a:bodyPr/>
        <a:lstStyle/>
        <a:p>
          <a:endParaRPr lang="en-US"/>
        </a:p>
      </dgm:t>
    </dgm:pt>
    <dgm:pt modelId="{717BCD2A-2414-42C6-AAC1-C1D4042BDD39}">
      <dgm:prSet/>
      <dgm:spPr/>
      <dgm:t>
        <a:bodyPr/>
        <a:lstStyle/>
        <a:p>
          <a:r>
            <a:rPr lang="en-US" b="1"/>
            <a:t>INTRODUCTION</a:t>
          </a:r>
          <a:endParaRPr lang="en-US"/>
        </a:p>
      </dgm:t>
    </dgm:pt>
    <dgm:pt modelId="{B0F2C339-A3F9-48D1-AE7C-5B52E362E5B7}" type="parTrans" cxnId="{6A6B2490-6028-4B1A-B114-56E437A414C8}">
      <dgm:prSet/>
      <dgm:spPr/>
      <dgm:t>
        <a:bodyPr/>
        <a:lstStyle/>
        <a:p>
          <a:endParaRPr lang="en-US"/>
        </a:p>
      </dgm:t>
    </dgm:pt>
    <dgm:pt modelId="{C1114F5F-D7C0-4355-9F95-D8B24DB43EA8}" type="sibTrans" cxnId="{6A6B2490-6028-4B1A-B114-56E437A414C8}">
      <dgm:prSet/>
      <dgm:spPr/>
      <dgm:t>
        <a:bodyPr/>
        <a:lstStyle/>
        <a:p>
          <a:endParaRPr lang="en-US"/>
        </a:p>
      </dgm:t>
    </dgm:pt>
    <dgm:pt modelId="{24AE6737-397E-4177-A9A6-56C544DB80D1}">
      <dgm:prSet/>
      <dgm:spPr/>
      <dgm:t>
        <a:bodyPr/>
        <a:lstStyle/>
        <a:p>
          <a:r>
            <a:rPr lang="en-US" b="1" dirty="0"/>
            <a:t>Methodology</a:t>
          </a:r>
          <a:endParaRPr lang="en-US" dirty="0"/>
        </a:p>
      </dgm:t>
    </dgm:pt>
    <dgm:pt modelId="{073ACC52-CD66-4B11-849E-325CDC59DA4D}" type="parTrans" cxnId="{1A6A7DFC-BD47-4D16-8DF0-FB96238915F3}">
      <dgm:prSet/>
      <dgm:spPr/>
      <dgm:t>
        <a:bodyPr/>
        <a:lstStyle/>
        <a:p>
          <a:endParaRPr lang="en-US"/>
        </a:p>
      </dgm:t>
    </dgm:pt>
    <dgm:pt modelId="{669B1349-13B9-424B-BADC-35E3A2C2B68F}" type="sibTrans" cxnId="{1A6A7DFC-BD47-4D16-8DF0-FB96238915F3}">
      <dgm:prSet/>
      <dgm:spPr/>
      <dgm:t>
        <a:bodyPr/>
        <a:lstStyle/>
        <a:p>
          <a:endParaRPr lang="en-US"/>
        </a:p>
      </dgm:t>
    </dgm:pt>
    <dgm:pt modelId="{FE3267AF-534B-4B96-9207-30374E12C8F9}">
      <dgm:prSet/>
      <dgm:spPr/>
      <dgm:t>
        <a:bodyPr/>
        <a:lstStyle/>
        <a:p>
          <a:r>
            <a:rPr lang="en-US" b="1"/>
            <a:t>Reconstruction Method in NeocortexAPI</a:t>
          </a:r>
          <a:endParaRPr lang="en-US"/>
        </a:p>
      </dgm:t>
    </dgm:pt>
    <dgm:pt modelId="{3A3EBBD5-DADF-42F3-B65F-4E02E2B2F276}" type="parTrans" cxnId="{A3E69940-135F-4FEF-9A27-CC266FC675C6}">
      <dgm:prSet/>
      <dgm:spPr/>
      <dgm:t>
        <a:bodyPr/>
        <a:lstStyle/>
        <a:p>
          <a:endParaRPr lang="en-US"/>
        </a:p>
      </dgm:t>
    </dgm:pt>
    <dgm:pt modelId="{33AC6514-93D2-41F9-8251-36D1F13632E7}" type="sibTrans" cxnId="{A3E69940-135F-4FEF-9A27-CC266FC675C6}">
      <dgm:prSet/>
      <dgm:spPr/>
      <dgm:t>
        <a:bodyPr/>
        <a:lstStyle/>
        <a:p>
          <a:endParaRPr lang="en-US"/>
        </a:p>
      </dgm:t>
    </dgm:pt>
    <dgm:pt modelId="{9DAE1B4D-954A-453A-BFD2-3E1BBFD68ED6}">
      <dgm:prSet/>
      <dgm:spPr/>
      <dgm:t>
        <a:bodyPr/>
        <a:lstStyle/>
        <a:p>
          <a:r>
            <a:rPr lang="en-US" b="1" baseline="0" dirty="0"/>
            <a:t>Graphical representation of Draw Heatmap Function </a:t>
          </a:r>
          <a:endParaRPr lang="en-US" dirty="0"/>
        </a:p>
      </dgm:t>
    </dgm:pt>
    <dgm:pt modelId="{BBA5AD98-2590-4B62-9460-9E7F2B1280C2}" type="parTrans" cxnId="{E1ED70DD-475E-4424-9F30-4613B5CF3A58}">
      <dgm:prSet/>
      <dgm:spPr/>
      <dgm:t>
        <a:bodyPr/>
        <a:lstStyle/>
        <a:p>
          <a:endParaRPr lang="en-US"/>
        </a:p>
      </dgm:t>
    </dgm:pt>
    <dgm:pt modelId="{93CBC675-456A-478D-A17B-3FE6D33C70E6}" type="sibTrans" cxnId="{E1ED70DD-475E-4424-9F30-4613B5CF3A58}">
      <dgm:prSet/>
      <dgm:spPr/>
      <dgm:t>
        <a:bodyPr/>
        <a:lstStyle/>
        <a:p>
          <a:endParaRPr lang="en-US"/>
        </a:p>
      </dgm:t>
    </dgm:pt>
    <dgm:pt modelId="{0BA546B3-5EDA-4DDF-8BE0-98B040CC444B}">
      <dgm:prSet/>
      <dgm:spPr/>
      <dgm:t>
        <a:bodyPr/>
        <a:lstStyle/>
        <a:p>
          <a:r>
            <a:rPr lang="en-US" b="1"/>
            <a:t>Visualization Technique</a:t>
          </a:r>
          <a:endParaRPr lang="en-US"/>
        </a:p>
      </dgm:t>
    </dgm:pt>
    <dgm:pt modelId="{6EAE12B3-0C2B-4326-9BB9-D615F8FD13EB}" type="parTrans" cxnId="{7C90101C-0422-4EA9-9402-F18A03B1A84B}">
      <dgm:prSet/>
      <dgm:spPr/>
      <dgm:t>
        <a:bodyPr/>
        <a:lstStyle/>
        <a:p>
          <a:endParaRPr lang="en-US"/>
        </a:p>
      </dgm:t>
    </dgm:pt>
    <dgm:pt modelId="{872964F3-266F-4D1D-9643-C964C9AE7290}" type="sibTrans" cxnId="{7C90101C-0422-4EA9-9402-F18A03B1A84B}">
      <dgm:prSet/>
      <dgm:spPr/>
      <dgm:t>
        <a:bodyPr/>
        <a:lstStyle/>
        <a:p>
          <a:endParaRPr lang="en-US"/>
        </a:p>
      </dgm:t>
    </dgm:pt>
    <dgm:pt modelId="{1BBF6DBB-1B59-427D-B6F7-EED226BBDB6F}">
      <dgm:prSet/>
      <dgm:spPr/>
      <dgm:t>
        <a:bodyPr/>
        <a:lstStyle/>
        <a:p>
          <a:r>
            <a:rPr lang="en-US" b="1"/>
            <a:t>Visualization Result</a:t>
          </a:r>
          <a:endParaRPr lang="en-US"/>
        </a:p>
      </dgm:t>
    </dgm:pt>
    <dgm:pt modelId="{24815509-7D34-4B01-A42A-C187243F7C91}" type="parTrans" cxnId="{99B36A8A-1BCC-4203-A1CA-0B65F8087966}">
      <dgm:prSet/>
      <dgm:spPr/>
      <dgm:t>
        <a:bodyPr/>
        <a:lstStyle/>
        <a:p>
          <a:endParaRPr lang="en-US"/>
        </a:p>
      </dgm:t>
    </dgm:pt>
    <dgm:pt modelId="{D1999C80-6D87-4EEE-B635-5AB59D7BCF20}" type="sibTrans" cxnId="{99B36A8A-1BCC-4203-A1CA-0B65F8087966}">
      <dgm:prSet/>
      <dgm:spPr/>
      <dgm:t>
        <a:bodyPr/>
        <a:lstStyle/>
        <a:p>
          <a:endParaRPr lang="en-US"/>
        </a:p>
      </dgm:t>
    </dgm:pt>
    <dgm:pt modelId="{90EE861E-1259-4C2D-B290-69C6C32436FC}">
      <dgm:prSet/>
      <dgm:spPr/>
      <dgm:t>
        <a:bodyPr/>
        <a:lstStyle/>
        <a:p>
          <a:r>
            <a:rPr lang="en-US" b="1"/>
            <a:t>Validation of Result</a:t>
          </a:r>
          <a:endParaRPr lang="en-US"/>
        </a:p>
      </dgm:t>
    </dgm:pt>
    <dgm:pt modelId="{9E859F59-9F6F-4F7E-94F1-DD7DFF196571}" type="parTrans" cxnId="{81043807-2D98-4EEA-BE51-7E278F595EBE}">
      <dgm:prSet/>
      <dgm:spPr/>
      <dgm:t>
        <a:bodyPr/>
        <a:lstStyle/>
        <a:p>
          <a:endParaRPr lang="en-US"/>
        </a:p>
      </dgm:t>
    </dgm:pt>
    <dgm:pt modelId="{451EB0F4-32C3-4947-B939-92B024BE04B2}" type="sibTrans" cxnId="{81043807-2D98-4EEA-BE51-7E278F595EBE}">
      <dgm:prSet/>
      <dgm:spPr/>
      <dgm:t>
        <a:bodyPr/>
        <a:lstStyle/>
        <a:p>
          <a:endParaRPr lang="en-US"/>
        </a:p>
      </dgm:t>
    </dgm:pt>
    <dgm:pt modelId="{B16CB500-8957-4575-8D0F-B96DF0F73938}">
      <dgm:prSet/>
      <dgm:spPr/>
      <dgm:t>
        <a:bodyPr/>
        <a:lstStyle/>
        <a:p>
          <a:r>
            <a:rPr lang="en-US" b="1"/>
            <a:t>Similarity for Image Inputs</a:t>
          </a:r>
          <a:endParaRPr lang="en-US"/>
        </a:p>
      </dgm:t>
    </dgm:pt>
    <dgm:pt modelId="{E7D57427-1158-43B7-B81E-9034A9A87A27}" type="parTrans" cxnId="{E5842BB8-8F58-4A55-ACB3-B5593F3DB3D6}">
      <dgm:prSet/>
      <dgm:spPr/>
      <dgm:t>
        <a:bodyPr/>
        <a:lstStyle/>
        <a:p>
          <a:endParaRPr lang="en-US"/>
        </a:p>
      </dgm:t>
    </dgm:pt>
    <dgm:pt modelId="{DA49250C-E93B-45C6-8A6E-0D007542942F}" type="sibTrans" cxnId="{E5842BB8-8F58-4A55-ACB3-B5593F3DB3D6}">
      <dgm:prSet/>
      <dgm:spPr/>
      <dgm:t>
        <a:bodyPr/>
        <a:lstStyle/>
        <a:p>
          <a:endParaRPr lang="en-US"/>
        </a:p>
      </dgm:t>
    </dgm:pt>
    <dgm:pt modelId="{25928DF5-A6B7-4F52-B640-3DD60CB1A922}">
      <dgm:prSet/>
      <dgm:spPr/>
      <dgm:t>
        <a:bodyPr/>
        <a:lstStyle/>
        <a:p>
          <a:r>
            <a:rPr lang="en-US" b="1"/>
            <a:t>Conclusion</a:t>
          </a:r>
          <a:endParaRPr lang="en-US"/>
        </a:p>
      </dgm:t>
    </dgm:pt>
    <dgm:pt modelId="{A61DAA03-AE00-4740-BEBC-F6657A3A14D0}" type="parTrans" cxnId="{C13FDBB5-6757-4CA8-A6C2-E016DE2563EF}">
      <dgm:prSet/>
      <dgm:spPr/>
      <dgm:t>
        <a:bodyPr/>
        <a:lstStyle/>
        <a:p>
          <a:endParaRPr lang="en-US"/>
        </a:p>
      </dgm:t>
    </dgm:pt>
    <dgm:pt modelId="{42DB9C10-EBA4-483B-B342-DC54CD430FB9}" type="sibTrans" cxnId="{C13FDBB5-6757-4CA8-A6C2-E016DE2563EF}">
      <dgm:prSet/>
      <dgm:spPr/>
      <dgm:t>
        <a:bodyPr/>
        <a:lstStyle/>
        <a:p>
          <a:endParaRPr lang="en-US"/>
        </a:p>
      </dgm:t>
    </dgm:pt>
    <dgm:pt modelId="{9B66A3FA-8C2D-4C86-9B12-8D6E1920D83E}" type="pres">
      <dgm:prSet presAssocID="{94E19492-8C18-4D6C-BA59-47D9D3B41CEC}" presName="Name0" presStyleCnt="0">
        <dgm:presLayoutVars>
          <dgm:dir/>
          <dgm:resizeHandles val="exact"/>
        </dgm:presLayoutVars>
      </dgm:prSet>
      <dgm:spPr/>
    </dgm:pt>
    <dgm:pt modelId="{2D2F8B70-7691-4CD0-9711-6839C80D88BA}" type="pres">
      <dgm:prSet presAssocID="{B5444355-0940-4897-9E21-B87E2468DAB9}" presName="node" presStyleLbl="node1" presStyleIdx="0" presStyleCnt="10">
        <dgm:presLayoutVars>
          <dgm:bulletEnabled val="1"/>
        </dgm:presLayoutVars>
      </dgm:prSet>
      <dgm:spPr/>
    </dgm:pt>
    <dgm:pt modelId="{B5EA3FC4-DC06-4CEF-B911-5F6CF2E1BE6E}" type="pres">
      <dgm:prSet presAssocID="{6EE801BB-C21E-4080-8FE5-FDBD4CAA2852}" presName="sibTrans" presStyleLbl="sibTrans1D1" presStyleIdx="0" presStyleCnt="9"/>
      <dgm:spPr/>
    </dgm:pt>
    <dgm:pt modelId="{98B14F69-48CE-4387-84E8-E7347A83BB7A}" type="pres">
      <dgm:prSet presAssocID="{6EE801BB-C21E-4080-8FE5-FDBD4CAA2852}" presName="connectorText" presStyleLbl="sibTrans1D1" presStyleIdx="0" presStyleCnt="9"/>
      <dgm:spPr/>
    </dgm:pt>
    <dgm:pt modelId="{A31CE4FB-028E-4296-A8DF-79526835E331}" type="pres">
      <dgm:prSet presAssocID="{717BCD2A-2414-42C6-AAC1-C1D4042BDD39}" presName="node" presStyleLbl="node1" presStyleIdx="1" presStyleCnt="10">
        <dgm:presLayoutVars>
          <dgm:bulletEnabled val="1"/>
        </dgm:presLayoutVars>
      </dgm:prSet>
      <dgm:spPr/>
    </dgm:pt>
    <dgm:pt modelId="{533117BA-02FE-4058-B56D-B5CC6CDBDC40}" type="pres">
      <dgm:prSet presAssocID="{C1114F5F-D7C0-4355-9F95-D8B24DB43EA8}" presName="sibTrans" presStyleLbl="sibTrans1D1" presStyleIdx="1" presStyleCnt="9"/>
      <dgm:spPr/>
    </dgm:pt>
    <dgm:pt modelId="{02A26884-337B-4CA4-A4BD-A51FB3A5DEC5}" type="pres">
      <dgm:prSet presAssocID="{C1114F5F-D7C0-4355-9F95-D8B24DB43EA8}" presName="connectorText" presStyleLbl="sibTrans1D1" presStyleIdx="1" presStyleCnt="9"/>
      <dgm:spPr/>
    </dgm:pt>
    <dgm:pt modelId="{4CACE060-341F-4D5C-BC6A-10F4E56182C0}" type="pres">
      <dgm:prSet presAssocID="{24AE6737-397E-4177-A9A6-56C544DB80D1}" presName="node" presStyleLbl="node1" presStyleIdx="2" presStyleCnt="10">
        <dgm:presLayoutVars>
          <dgm:bulletEnabled val="1"/>
        </dgm:presLayoutVars>
      </dgm:prSet>
      <dgm:spPr/>
    </dgm:pt>
    <dgm:pt modelId="{419E790A-5140-4950-8FBA-39D6965F63F7}" type="pres">
      <dgm:prSet presAssocID="{669B1349-13B9-424B-BADC-35E3A2C2B68F}" presName="sibTrans" presStyleLbl="sibTrans1D1" presStyleIdx="2" presStyleCnt="9"/>
      <dgm:spPr/>
    </dgm:pt>
    <dgm:pt modelId="{1A0F7796-7831-4320-8F89-8F2EB7011579}" type="pres">
      <dgm:prSet presAssocID="{669B1349-13B9-424B-BADC-35E3A2C2B68F}" presName="connectorText" presStyleLbl="sibTrans1D1" presStyleIdx="2" presStyleCnt="9"/>
      <dgm:spPr/>
    </dgm:pt>
    <dgm:pt modelId="{30C8CA2C-ABE1-4502-B19C-F72594DF8D5E}" type="pres">
      <dgm:prSet presAssocID="{FE3267AF-534B-4B96-9207-30374E12C8F9}" presName="node" presStyleLbl="node1" presStyleIdx="3" presStyleCnt="10">
        <dgm:presLayoutVars>
          <dgm:bulletEnabled val="1"/>
        </dgm:presLayoutVars>
      </dgm:prSet>
      <dgm:spPr/>
    </dgm:pt>
    <dgm:pt modelId="{9EFC8A2B-0473-42A0-B431-18E73D6CF426}" type="pres">
      <dgm:prSet presAssocID="{33AC6514-93D2-41F9-8251-36D1F13632E7}" presName="sibTrans" presStyleLbl="sibTrans1D1" presStyleIdx="3" presStyleCnt="9"/>
      <dgm:spPr/>
    </dgm:pt>
    <dgm:pt modelId="{A2C749CE-998A-4425-931B-609AC500BB27}" type="pres">
      <dgm:prSet presAssocID="{33AC6514-93D2-41F9-8251-36D1F13632E7}" presName="connectorText" presStyleLbl="sibTrans1D1" presStyleIdx="3" presStyleCnt="9"/>
      <dgm:spPr/>
    </dgm:pt>
    <dgm:pt modelId="{F1191CAB-CF09-4677-8966-465CDA8DE9C4}" type="pres">
      <dgm:prSet presAssocID="{9DAE1B4D-954A-453A-BFD2-3E1BBFD68ED6}" presName="node" presStyleLbl="node1" presStyleIdx="4" presStyleCnt="10">
        <dgm:presLayoutVars>
          <dgm:bulletEnabled val="1"/>
        </dgm:presLayoutVars>
      </dgm:prSet>
      <dgm:spPr/>
    </dgm:pt>
    <dgm:pt modelId="{5329199E-E97B-4632-8D5C-4A7703EE51BF}" type="pres">
      <dgm:prSet presAssocID="{93CBC675-456A-478D-A17B-3FE6D33C70E6}" presName="sibTrans" presStyleLbl="sibTrans1D1" presStyleIdx="4" presStyleCnt="9"/>
      <dgm:spPr/>
    </dgm:pt>
    <dgm:pt modelId="{8718E21E-2814-40DD-9317-E4F99ECBE663}" type="pres">
      <dgm:prSet presAssocID="{93CBC675-456A-478D-A17B-3FE6D33C70E6}" presName="connectorText" presStyleLbl="sibTrans1D1" presStyleIdx="4" presStyleCnt="9"/>
      <dgm:spPr/>
    </dgm:pt>
    <dgm:pt modelId="{C298368C-37BB-40E5-ABB2-D9123619FEDF}" type="pres">
      <dgm:prSet presAssocID="{0BA546B3-5EDA-4DDF-8BE0-98B040CC444B}" presName="node" presStyleLbl="node1" presStyleIdx="5" presStyleCnt="10">
        <dgm:presLayoutVars>
          <dgm:bulletEnabled val="1"/>
        </dgm:presLayoutVars>
      </dgm:prSet>
      <dgm:spPr/>
    </dgm:pt>
    <dgm:pt modelId="{E402ADC0-06BB-40D1-BC52-599EF0B5673C}" type="pres">
      <dgm:prSet presAssocID="{872964F3-266F-4D1D-9643-C964C9AE7290}" presName="sibTrans" presStyleLbl="sibTrans1D1" presStyleIdx="5" presStyleCnt="9"/>
      <dgm:spPr/>
    </dgm:pt>
    <dgm:pt modelId="{8F7756A6-882D-4BD9-9869-CE6922CDCF50}" type="pres">
      <dgm:prSet presAssocID="{872964F3-266F-4D1D-9643-C964C9AE7290}" presName="connectorText" presStyleLbl="sibTrans1D1" presStyleIdx="5" presStyleCnt="9"/>
      <dgm:spPr/>
    </dgm:pt>
    <dgm:pt modelId="{D7892C27-8FB2-4B5B-877F-58A217E99FBC}" type="pres">
      <dgm:prSet presAssocID="{1BBF6DBB-1B59-427D-B6F7-EED226BBDB6F}" presName="node" presStyleLbl="node1" presStyleIdx="6" presStyleCnt="10">
        <dgm:presLayoutVars>
          <dgm:bulletEnabled val="1"/>
        </dgm:presLayoutVars>
      </dgm:prSet>
      <dgm:spPr/>
    </dgm:pt>
    <dgm:pt modelId="{3101C59C-4AB2-4658-B54D-088664699850}" type="pres">
      <dgm:prSet presAssocID="{D1999C80-6D87-4EEE-B635-5AB59D7BCF20}" presName="sibTrans" presStyleLbl="sibTrans1D1" presStyleIdx="6" presStyleCnt="9"/>
      <dgm:spPr/>
    </dgm:pt>
    <dgm:pt modelId="{99B0188B-8FBE-49F2-B886-12A647C92C9C}" type="pres">
      <dgm:prSet presAssocID="{D1999C80-6D87-4EEE-B635-5AB59D7BCF20}" presName="connectorText" presStyleLbl="sibTrans1D1" presStyleIdx="6" presStyleCnt="9"/>
      <dgm:spPr/>
    </dgm:pt>
    <dgm:pt modelId="{65ADA71C-AAB9-4C35-8453-2E600CD52D7A}" type="pres">
      <dgm:prSet presAssocID="{90EE861E-1259-4C2D-B290-69C6C32436FC}" presName="node" presStyleLbl="node1" presStyleIdx="7" presStyleCnt="10">
        <dgm:presLayoutVars>
          <dgm:bulletEnabled val="1"/>
        </dgm:presLayoutVars>
      </dgm:prSet>
      <dgm:spPr/>
    </dgm:pt>
    <dgm:pt modelId="{2F2E8A9A-480A-42EE-ABBE-32860F8CC22A}" type="pres">
      <dgm:prSet presAssocID="{451EB0F4-32C3-4947-B939-92B024BE04B2}" presName="sibTrans" presStyleLbl="sibTrans1D1" presStyleIdx="7" presStyleCnt="9"/>
      <dgm:spPr/>
    </dgm:pt>
    <dgm:pt modelId="{72F0FC7B-F026-4B15-AB65-EB3B196019E4}" type="pres">
      <dgm:prSet presAssocID="{451EB0F4-32C3-4947-B939-92B024BE04B2}" presName="connectorText" presStyleLbl="sibTrans1D1" presStyleIdx="7" presStyleCnt="9"/>
      <dgm:spPr/>
    </dgm:pt>
    <dgm:pt modelId="{2A984069-623C-477D-B562-E446CF097E38}" type="pres">
      <dgm:prSet presAssocID="{B16CB500-8957-4575-8D0F-B96DF0F73938}" presName="node" presStyleLbl="node1" presStyleIdx="8" presStyleCnt="10">
        <dgm:presLayoutVars>
          <dgm:bulletEnabled val="1"/>
        </dgm:presLayoutVars>
      </dgm:prSet>
      <dgm:spPr/>
    </dgm:pt>
    <dgm:pt modelId="{0589EB94-80CD-45C3-AC8E-2C40D60D2E76}" type="pres">
      <dgm:prSet presAssocID="{DA49250C-E93B-45C6-8A6E-0D007542942F}" presName="sibTrans" presStyleLbl="sibTrans1D1" presStyleIdx="8" presStyleCnt="9"/>
      <dgm:spPr/>
    </dgm:pt>
    <dgm:pt modelId="{5E9B520A-043F-40D5-B91F-22849F82C22E}" type="pres">
      <dgm:prSet presAssocID="{DA49250C-E93B-45C6-8A6E-0D007542942F}" presName="connectorText" presStyleLbl="sibTrans1D1" presStyleIdx="8" presStyleCnt="9"/>
      <dgm:spPr/>
    </dgm:pt>
    <dgm:pt modelId="{84524908-4F88-4B78-9094-4554B2BA5045}" type="pres">
      <dgm:prSet presAssocID="{25928DF5-A6B7-4F52-B640-3DD60CB1A922}" presName="node" presStyleLbl="node1" presStyleIdx="9" presStyleCnt="10">
        <dgm:presLayoutVars>
          <dgm:bulletEnabled val="1"/>
        </dgm:presLayoutVars>
      </dgm:prSet>
      <dgm:spPr/>
    </dgm:pt>
  </dgm:ptLst>
  <dgm:cxnLst>
    <dgm:cxn modelId="{DD929D05-8459-4339-89D0-E492B8652F1B}" type="presOf" srcId="{B5444355-0940-4897-9E21-B87E2468DAB9}" destId="{2D2F8B70-7691-4CD0-9711-6839C80D88BA}" srcOrd="0" destOrd="0" presId="urn:microsoft.com/office/officeart/2016/7/layout/RepeatingBendingProcessNew"/>
    <dgm:cxn modelId="{81043807-2D98-4EEA-BE51-7E278F595EBE}" srcId="{94E19492-8C18-4D6C-BA59-47D9D3B41CEC}" destId="{90EE861E-1259-4C2D-B290-69C6C32436FC}" srcOrd="7" destOrd="0" parTransId="{9E859F59-9F6F-4F7E-94F1-DD7DFF196571}" sibTransId="{451EB0F4-32C3-4947-B939-92B024BE04B2}"/>
    <dgm:cxn modelId="{83CD1F11-632B-4C46-AFFE-F99D3AF27FE7}" type="presOf" srcId="{D1999C80-6D87-4EEE-B635-5AB59D7BCF20}" destId="{99B0188B-8FBE-49F2-B886-12A647C92C9C}" srcOrd="1" destOrd="0" presId="urn:microsoft.com/office/officeart/2016/7/layout/RepeatingBendingProcessNew"/>
    <dgm:cxn modelId="{7C90101C-0422-4EA9-9402-F18A03B1A84B}" srcId="{94E19492-8C18-4D6C-BA59-47D9D3B41CEC}" destId="{0BA546B3-5EDA-4DDF-8BE0-98B040CC444B}" srcOrd="5" destOrd="0" parTransId="{6EAE12B3-0C2B-4326-9BB9-D615F8FD13EB}" sibTransId="{872964F3-266F-4D1D-9643-C964C9AE7290}"/>
    <dgm:cxn modelId="{EBC28A1E-E0D0-49E8-BEAA-683966E3DD27}" type="presOf" srcId="{451EB0F4-32C3-4947-B939-92B024BE04B2}" destId="{72F0FC7B-F026-4B15-AB65-EB3B196019E4}" srcOrd="1" destOrd="0" presId="urn:microsoft.com/office/officeart/2016/7/layout/RepeatingBendingProcessNew"/>
    <dgm:cxn modelId="{0F88A922-0222-491A-8AF6-C81BF531607E}" type="presOf" srcId="{DA49250C-E93B-45C6-8A6E-0D007542942F}" destId="{5E9B520A-043F-40D5-B91F-22849F82C22E}" srcOrd="1" destOrd="0" presId="urn:microsoft.com/office/officeart/2016/7/layout/RepeatingBendingProcessNew"/>
    <dgm:cxn modelId="{5D7C643A-1AD3-4BDE-AF63-E3DD71AC552B}" type="presOf" srcId="{B16CB500-8957-4575-8D0F-B96DF0F73938}" destId="{2A984069-623C-477D-B562-E446CF097E38}" srcOrd="0" destOrd="0" presId="urn:microsoft.com/office/officeart/2016/7/layout/RepeatingBendingProcessNew"/>
    <dgm:cxn modelId="{A3E69940-135F-4FEF-9A27-CC266FC675C6}" srcId="{94E19492-8C18-4D6C-BA59-47D9D3B41CEC}" destId="{FE3267AF-534B-4B96-9207-30374E12C8F9}" srcOrd="3" destOrd="0" parTransId="{3A3EBBD5-DADF-42F3-B65F-4E02E2B2F276}" sibTransId="{33AC6514-93D2-41F9-8251-36D1F13632E7}"/>
    <dgm:cxn modelId="{EE28405C-BEFF-4CCE-85E1-B07BDFD5700D}" type="presOf" srcId="{94E19492-8C18-4D6C-BA59-47D9D3B41CEC}" destId="{9B66A3FA-8C2D-4C86-9B12-8D6E1920D83E}" srcOrd="0" destOrd="0" presId="urn:microsoft.com/office/officeart/2016/7/layout/RepeatingBendingProcessNew"/>
    <dgm:cxn modelId="{E6335F61-057F-4AF2-88F2-911FD905A69F}" type="presOf" srcId="{DA49250C-E93B-45C6-8A6E-0D007542942F}" destId="{0589EB94-80CD-45C3-AC8E-2C40D60D2E76}" srcOrd="0" destOrd="0" presId="urn:microsoft.com/office/officeart/2016/7/layout/RepeatingBendingProcessNew"/>
    <dgm:cxn modelId="{C077BE62-1F62-484C-9B1C-7D4482CF2AB6}" type="presOf" srcId="{C1114F5F-D7C0-4355-9F95-D8B24DB43EA8}" destId="{02A26884-337B-4CA4-A4BD-A51FB3A5DEC5}" srcOrd="1" destOrd="0" presId="urn:microsoft.com/office/officeart/2016/7/layout/RepeatingBendingProcessNew"/>
    <dgm:cxn modelId="{1D46074B-5B89-42C4-9890-2F7E673E22B5}" type="presOf" srcId="{9DAE1B4D-954A-453A-BFD2-3E1BBFD68ED6}" destId="{F1191CAB-CF09-4677-8966-465CDA8DE9C4}" srcOrd="0" destOrd="0" presId="urn:microsoft.com/office/officeart/2016/7/layout/RepeatingBendingProcessNew"/>
    <dgm:cxn modelId="{C53CFC4C-821C-4615-8DA5-6BE70989CFEE}" type="presOf" srcId="{C1114F5F-D7C0-4355-9F95-D8B24DB43EA8}" destId="{533117BA-02FE-4058-B56D-B5CC6CDBDC40}" srcOrd="0" destOrd="0" presId="urn:microsoft.com/office/officeart/2016/7/layout/RepeatingBendingProcessNew"/>
    <dgm:cxn modelId="{498DE56E-1EDA-43C4-B47E-7C1010A729CA}" type="presOf" srcId="{717BCD2A-2414-42C6-AAC1-C1D4042BDD39}" destId="{A31CE4FB-028E-4296-A8DF-79526835E331}" srcOrd="0" destOrd="0" presId="urn:microsoft.com/office/officeart/2016/7/layout/RepeatingBendingProcessNew"/>
    <dgm:cxn modelId="{53D8E550-D38A-4856-BF97-2E2C4E55A643}" type="presOf" srcId="{1BBF6DBB-1B59-427D-B6F7-EED226BBDB6F}" destId="{D7892C27-8FB2-4B5B-877F-58A217E99FBC}" srcOrd="0" destOrd="0" presId="urn:microsoft.com/office/officeart/2016/7/layout/RepeatingBendingProcessNew"/>
    <dgm:cxn modelId="{4BBD2F53-3E5D-49EA-814B-B62FB9B377B4}" type="presOf" srcId="{24AE6737-397E-4177-A9A6-56C544DB80D1}" destId="{4CACE060-341F-4D5C-BC6A-10F4E56182C0}" srcOrd="0" destOrd="0" presId="urn:microsoft.com/office/officeart/2016/7/layout/RepeatingBendingProcessNew"/>
    <dgm:cxn modelId="{A4D37D79-38B1-4822-8A78-8BCE6D108146}" type="presOf" srcId="{93CBC675-456A-478D-A17B-3FE6D33C70E6}" destId="{5329199E-E97B-4632-8D5C-4A7703EE51BF}" srcOrd="0" destOrd="0" presId="urn:microsoft.com/office/officeart/2016/7/layout/RepeatingBendingProcessNew"/>
    <dgm:cxn modelId="{B025167F-A60A-4E3D-822D-5B53BECD89C9}" type="presOf" srcId="{90EE861E-1259-4C2D-B290-69C6C32436FC}" destId="{65ADA71C-AAB9-4C35-8453-2E600CD52D7A}" srcOrd="0" destOrd="0" presId="urn:microsoft.com/office/officeart/2016/7/layout/RepeatingBendingProcessNew"/>
    <dgm:cxn modelId="{99B36A8A-1BCC-4203-A1CA-0B65F8087966}" srcId="{94E19492-8C18-4D6C-BA59-47D9D3B41CEC}" destId="{1BBF6DBB-1B59-427D-B6F7-EED226BBDB6F}" srcOrd="6" destOrd="0" parTransId="{24815509-7D34-4B01-A42A-C187243F7C91}" sibTransId="{D1999C80-6D87-4EEE-B635-5AB59D7BCF20}"/>
    <dgm:cxn modelId="{7A6AD88A-5C63-444D-9EAA-ACAD10FDF151}" type="presOf" srcId="{6EE801BB-C21E-4080-8FE5-FDBD4CAA2852}" destId="{98B14F69-48CE-4387-84E8-E7347A83BB7A}" srcOrd="1" destOrd="0" presId="urn:microsoft.com/office/officeart/2016/7/layout/RepeatingBendingProcessNew"/>
    <dgm:cxn modelId="{4463538F-A31B-44AC-AAFC-1E2E7403BD7E}" type="presOf" srcId="{872964F3-266F-4D1D-9643-C964C9AE7290}" destId="{E402ADC0-06BB-40D1-BC52-599EF0B5673C}" srcOrd="0" destOrd="0" presId="urn:microsoft.com/office/officeart/2016/7/layout/RepeatingBendingProcessNew"/>
    <dgm:cxn modelId="{6A6B2490-6028-4B1A-B114-56E437A414C8}" srcId="{94E19492-8C18-4D6C-BA59-47D9D3B41CEC}" destId="{717BCD2A-2414-42C6-AAC1-C1D4042BDD39}" srcOrd="1" destOrd="0" parTransId="{B0F2C339-A3F9-48D1-AE7C-5B52E362E5B7}" sibTransId="{C1114F5F-D7C0-4355-9F95-D8B24DB43EA8}"/>
    <dgm:cxn modelId="{38853D9D-7723-4671-894B-8657675A1086}" type="presOf" srcId="{6EE801BB-C21E-4080-8FE5-FDBD4CAA2852}" destId="{B5EA3FC4-DC06-4CEF-B911-5F6CF2E1BE6E}" srcOrd="0" destOrd="0" presId="urn:microsoft.com/office/officeart/2016/7/layout/RepeatingBendingProcessNew"/>
    <dgm:cxn modelId="{DA15C9AB-06D7-4624-8108-5520BE98D553}" type="presOf" srcId="{D1999C80-6D87-4EEE-B635-5AB59D7BCF20}" destId="{3101C59C-4AB2-4658-B54D-088664699850}" srcOrd="0" destOrd="0" presId="urn:microsoft.com/office/officeart/2016/7/layout/RepeatingBendingProcessNew"/>
    <dgm:cxn modelId="{C13FDBB5-6757-4CA8-A6C2-E016DE2563EF}" srcId="{94E19492-8C18-4D6C-BA59-47D9D3B41CEC}" destId="{25928DF5-A6B7-4F52-B640-3DD60CB1A922}" srcOrd="9" destOrd="0" parTransId="{A61DAA03-AE00-4740-BEBC-F6657A3A14D0}" sibTransId="{42DB9C10-EBA4-483B-B342-DC54CD430FB9}"/>
    <dgm:cxn modelId="{E5842BB8-8F58-4A55-ACB3-B5593F3DB3D6}" srcId="{94E19492-8C18-4D6C-BA59-47D9D3B41CEC}" destId="{B16CB500-8957-4575-8D0F-B96DF0F73938}" srcOrd="8" destOrd="0" parTransId="{E7D57427-1158-43B7-B81E-9034A9A87A27}" sibTransId="{DA49250C-E93B-45C6-8A6E-0D007542942F}"/>
    <dgm:cxn modelId="{CFD2B6C0-8991-41A5-A0E6-2EA89A61DE92}" type="presOf" srcId="{93CBC675-456A-478D-A17B-3FE6D33C70E6}" destId="{8718E21E-2814-40DD-9317-E4F99ECBE663}" srcOrd="1" destOrd="0" presId="urn:microsoft.com/office/officeart/2016/7/layout/RepeatingBendingProcessNew"/>
    <dgm:cxn modelId="{DB13ADC3-D63A-40A2-9E08-41C20F11F5A8}" type="presOf" srcId="{669B1349-13B9-424B-BADC-35E3A2C2B68F}" destId="{1A0F7796-7831-4320-8F89-8F2EB7011579}" srcOrd="1" destOrd="0" presId="urn:microsoft.com/office/officeart/2016/7/layout/RepeatingBendingProcessNew"/>
    <dgm:cxn modelId="{94A2BCC6-418F-4F57-8E97-73CCEBFED6EF}" type="presOf" srcId="{FE3267AF-534B-4B96-9207-30374E12C8F9}" destId="{30C8CA2C-ABE1-4502-B19C-F72594DF8D5E}" srcOrd="0" destOrd="0" presId="urn:microsoft.com/office/officeart/2016/7/layout/RepeatingBendingProcessNew"/>
    <dgm:cxn modelId="{822CF7CB-B37E-4982-9498-3361E0094345}" type="presOf" srcId="{872964F3-266F-4D1D-9643-C964C9AE7290}" destId="{8F7756A6-882D-4BD9-9869-CE6922CDCF50}" srcOrd="1" destOrd="0" presId="urn:microsoft.com/office/officeart/2016/7/layout/RepeatingBendingProcessNew"/>
    <dgm:cxn modelId="{2B543CDA-C131-4686-91E6-F21D580971C4}" srcId="{94E19492-8C18-4D6C-BA59-47D9D3B41CEC}" destId="{B5444355-0940-4897-9E21-B87E2468DAB9}" srcOrd="0" destOrd="0" parTransId="{6144BDCE-89EC-498D-BC2F-9AFA1A7237B5}" sibTransId="{6EE801BB-C21E-4080-8FE5-FDBD4CAA2852}"/>
    <dgm:cxn modelId="{E1ED70DD-475E-4424-9F30-4613B5CF3A58}" srcId="{94E19492-8C18-4D6C-BA59-47D9D3B41CEC}" destId="{9DAE1B4D-954A-453A-BFD2-3E1BBFD68ED6}" srcOrd="4" destOrd="0" parTransId="{BBA5AD98-2590-4B62-9460-9E7F2B1280C2}" sibTransId="{93CBC675-456A-478D-A17B-3FE6D33C70E6}"/>
    <dgm:cxn modelId="{F61A04DF-5ACC-4180-A459-54BB19AA3A5D}" type="presOf" srcId="{451EB0F4-32C3-4947-B939-92B024BE04B2}" destId="{2F2E8A9A-480A-42EE-ABBE-32860F8CC22A}" srcOrd="0" destOrd="0" presId="urn:microsoft.com/office/officeart/2016/7/layout/RepeatingBendingProcessNew"/>
    <dgm:cxn modelId="{C0CC95DF-48F3-4BA6-8EC2-035E6D15D6CA}" type="presOf" srcId="{0BA546B3-5EDA-4DDF-8BE0-98B040CC444B}" destId="{C298368C-37BB-40E5-ABB2-D9123619FEDF}" srcOrd="0" destOrd="0" presId="urn:microsoft.com/office/officeart/2016/7/layout/RepeatingBendingProcessNew"/>
    <dgm:cxn modelId="{EE7A75E3-769A-4632-BE6B-66D35E6B5A87}" type="presOf" srcId="{33AC6514-93D2-41F9-8251-36D1F13632E7}" destId="{A2C749CE-998A-4425-931B-609AC500BB27}" srcOrd="1" destOrd="0" presId="urn:microsoft.com/office/officeart/2016/7/layout/RepeatingBendingProcessNew"/>
    <dgm:cxn modelId="{CA73AAE6-1619-4FBE-8E69-C308E1670806}" type="presOf" srcId="{669B1349-13B9-424B-BADC-35E3A2C2B68F}" destId="{419E790A-5140-4950-8FBA-39D6965F63F7}" srcOrd="0" destOrd="0" presId="urn:microsoft.com/office/officeart/2016/7/layout/RepeatingBendingProcessNew"/>
    <dgm:cxn modelId="{567A1AF7-75E5-47DA-AF51-96B2E334836F}" type="presOf" srcId="{25928DF5-A6B7-4F52-B640-3DD60CB1A922}" destId="{84524908-4F88-4B78-9094-4554B2BA5045}" srcOrd="0" destOrd="0" presId="urn:microsoft.com/office/officeart/2016/7/layout/RepeatingBendingProcessNew"/>
    <dgm:cxn modelId="{1A6A7DFC-BD47-4D16-8DF0-FB96238915F3}" srcId="{94E19492-8C18-4D6C-BA59-47D9D3B41CEC}" destId="{24AE6737-397E-4177-A9A6-56C544DB80D1}" srcOrd="2" destOrd="0" parTransId="{073ACC52-CD66-4B11-849E-325CDC59DA4D}" sibTransId="{669B1349-13B9-424B-BADC-35E3A2C2B68F}"/>
    <dgm:cxn modelId="{E3FFADFF-6B70-4BA8-8932-A40ADD53519D}" type="presOf" srcId="{33AC6514-93D2-41F9-8251-36D1F13632E7}" destId="{9EFC8A2B-0473-42A0-B431-18E73D6CF426}" srcOrd="0" destOrd="0" presId="urn:microsoft.com/office/officeart/2016/7/layout/RepeatingBendingProcessNew"/>
    <dgm:cxn modelId="{6C0AF012-653F-4558-9B55-B9F44A9C6836}" type="presParOf" srcId="{9B66A3FA-8C2D-4C86-9B12-8D6E1920D83E}" destId="{2D2F8B70-7691-4CD0-9711-6839C80D88BA}" srcOrd="0" destOrd="0" presId="urn:microsoft.com/office/officeart/2016/7/layout/RepeatingBendingProcessNew"/>
    <dgm:cxn modelId="{596FF3DC-65CE-4B6E-B115-A7D37409CFE6}" type="presParOf" srcId="{9B66A3FA-8C2D-4C86-9B12-8D6E1920D83E}" destId="{B5EA3FC4-DC06-4CEF-B911-5F6CF2E1BE6E}" srcOrd="1" destOrd="0" presId="urn:microsoft.com/office/officeart/2016/7/layout/RepeatingBendingProcessNew"/>
    <dgm:cxn modelId="{3928E37C-298C-4809-B284-5A3E93B85213}" type="presParOf" srcId="{B5EA3FC4-DC06-4CEF-B911-5F6CF2E1BE6E}" destId="{98B14F69-48CE-4387-84E8-E7347A83BB7A}" srcOrd="0" destOrd="0" presId="urn:microsoft.com/office/officeart/2016/7/layout/RepeatingBendingProcessNew"/>
    <dgm:cxn modelId="{BF6D834A-5296-4ED4-A505-0F0248633BB6}" type="presParOf" srcId="{9B66A3FA-8C2D-4C86-9B12-8D6E1920D83E}" destId="{A31CE4FB-028E-4296-A8DF-79526835E331}" srcOrd="2" destOrd="0" presId="urn:microsoft.com/office/officeart/2016/7/layout/RepeatingBendingProcessNew"/>
    <dgm:cxn modelId="{CF2682D2-A398-4F2E-A7F8-A38CE7E40926}" type="presParOf" srcId="{9B66A3FA-8C2D-4C86-9B12-8D6E1920D83E}" destId="{533117BA-02FE-4058-B56D-B5CC6CDBDC40}" srcOrd="3" destOrd="0" presId="urn:microsoft.com/office/officeart/2016/7/layout/RepeatingBendingProcessNew"/>
    <dgm:cxn modelId="{734E312A-1462-46F3-9295-409595E73B6F}" type="presParOf" srcId="{533117BA-02FE-4058-B56D-B5CC6CDBDC40}" destId="{02A26884-337B-4CA4-A4BD-A51FB3A5DEC5}" srcOrd="0" destOrd="0" presId="urn:microsoft.com/office/officeart/2016/7/layout/RepeatingBendingProcessNew"/>
    <dgm:cxn modelId="{1C07EC47-3FF1-4A92-9F6C-4C866463F149}" type="presParOf" srcId="{9B66A3FA-8C2D-4C86-9B12-8D6E1920D83E}" destId="{4CACE060-341F-4D5C-BC6A-10F4E56182C0}" srcOrd="4" destOrd="0" presId="urn:microsoft.com/office/officeart/2016/7/layout/RepeatingBendingProcessNew"/>
    <dgm:cxn modelId="{BA70B2AF-DE1E-4EF8-8C0A-1C0D9D8643E7}" type="presParOf" srcId="{9B66A3FA-8C2D-4C86-9B12-8D6E1920D83E}" destId="{419E790A-5140-4950-8FBA-39D6965F63F7}" srcOrd="5" destOrd="0" presId="urn:microsoft.com/office/officeart/2016/7/layout/RepeatingBendingProcessNew"/>
    <dgm:cxn modelId="{28195E17-B3AA-4CF4-9FA8-E895B4D5AD86}" type="presParOf" srcId="{419E790A-5140-4950-8FBA-39D6965F63F7}" destId="{1A0F7796-7831-4320-8F89-8F2EB7011579}" srcOrd="0" destOrd="0" presId="urn:microsoft.com/office/officeart/2016/7/layout/RepeatingBendingProcessNew"/>
    <dgm:cxn modelId="{C27FD788-AA63-4879-B5D0-48240F4BA8B1}" type="presParOf" srcId="{9B66A3FA-8C2D-4C86-9B12-8D6E1920D83E}" destId="{30C8CA2C-ABE1-4502-B19C-F72594DF8D5E}" srcOrd="6" destOrd="0" presId="urn:microsoft.com/office/officeart/2016/7/layout/RepeatingBendingProcessNew"/>
    <dgm:cxn modelId="{96B36173-EE75-4CA5-948E-0FBBED27329F}" type="presParOf" srcId="{9B66A3FA-8C2D-4C86-9B12-8D6E1920D83E}" destId="{9EFC8A2B-0473-42A0-B431-18E73D6CF426}" srcOrd="7" destOrd="0" presId="urn:microsoft.com/office/officeart/2016/7/layout/RepeatingBendingProcessNew"/>
    <dgm:cxn modelId="{26E3DCDD-FA16-406A-9A7E-B0DC5B7C56F8}" type="presParOf" srcId="{9EFC8A2B-0473-42A0-B431-18E73D6CF426}" destId="{A2C749CE-998A-4425-931B-609AC500BB27}" srcOrd="0" destOrd="0" presId="urn:microsoft.com/office/officeart/2016/7/layout/RepeatingBendingProcessNew"/>
    <dgm:cxn modelId="{26BCE2D6-704C-4ACE-9293-5DBAAF2872EC}" type="presParOf" srcId="{9B66A3FA-8C2D-4C86-9B12-8D6E1920D83E}" destId="{F1191CAB-CF09-4677-8966-465CDA8DE9C4}" srcOrd="8" destOrd="0" presId="urn:microsoft.com/office/officeart/2016/7/layout/RepeatingBendingProcessNew"/>
    <dgm:cxn modelId="{05B77AA0-7E9A-4099-B196-1CFFCD77CBE3}" type="presParOf" srcId="{9B66A3FA-8C2D-4C86-9B12-8D6E1920D83E}" destId="{5329199E-E97B-4632-8D5C-4A7703EE51BF}" srcOrd="9" destOrd="0" presId="urn:microsoft.com/office/officeart/2016/7/layout/RepeatingBendingProcessNew"/>
    <dgm:cxn modelId="{54DB8BD5-9CBE-4D1F-9D01-D84F26062A45}" type="presParOf" srcId="{5329199E-E97B-4632-8D5C-4A7703EE51BF}" destId="{8718E21E-2814-40DD-9317-E4F99ECBE663}" srcOrd="0" destOrd="0" presId="urn:microsoft.com/office/officeart/2016/7/layout/RepeatingBendingProcessNew"/>
    <dgm:cxn modelId="{2F5F9056-39A7-4EA4-947F-6EBC13B33C39}" type="presParOf" srcId="{9B66A3FA-8C2D-4C86-9B12-8D6E1920D83E}" destId="{C298368C-37BB-40E5-ABB2-D9123619FEDF}" srcOrd="10" destOrd="0" presId="urn:microsoft.com/office/officeart/2016/7/layout/RepeatingBendingProcessNew"/>
    <dgm:cxn modelId="{934FA643-22EE-4AA1-B972-F639637236B7}" type="presParOf" srcId="{9B66A3FA-8C2D-4C86-9B12-8D6E1920D83E}" destId="{E402ADC0-06BB-40D1-BC52-599EF0B5673C}" srcOrd="11" destOrd="0" presId="urn:microsoft.com/office/officeart/2016/7/layout/RepeatingBendingProcessNew"/>
    <dgm:cxn modelId="{62C2468A-52C5-4971-AE9D-B8238C0F2356}" type="presParOf" srcId="{E402ADC0-06BB-40D1-BC52-599EF0B5673C}" destId="{8F7756A6-882D-4BD9-9869-CE6922CDCF50}" srcOrd="0" destOrd="0" presId="urn:microsoft.com/office/officeart/2016/7/layout/RepeatingBendingProcessNew"/>
    <dgm:cxn modelId="{9C93E7BA-C5F1-4A0C-BF2A-93C761DF0035}" type="presParOf" srcId="{9B66A3FA-8C2D-4C86-9B12-8D6E1920D83E}" destId="{D7892C27-8FB2-4B5B-877F-58A217E99FBC}" srcOrd="12" destOrd="0" presId="urn:microsoft.com/office/officeart/2016/7/layout/RepeatingBendingProcessNew"/>
    <dgm:cxn modelId="{42FF30E6-E3B0-42F3-BE5C-122699FBA5EC}" type="presParOf" srcId="{9B66A3FA-8C2D-4C86-9B12-8D6E1920D83E}" destId="{3101C59C-4AB2-4658-B54D-088664699850}" srcOrd="13" destOrd="0" presId="urn:microsoft.com/office/officeart/2016/7/layout/RepeatingBendingProcessNew"/>
    <dgm:cxn modelId="{7B4E4CE3-681E-4DAA-A3D5-502BE3E621CB}" type="presParOf" srcId="{3101C59C-4AB2-4658-B54D-088664699850}" destId="{99B0188B-8FBE-49F2-B886-12A647C92C9C}" srcOrd="0" destOrd="0" presId="urn:microsoft.com/office/officeart/2016/7/layout/RepeatingBendingProcessNew"/>
    <dgm:cxn modelId="{94352193-625E-4EBE-8DEC-4583332D793C}" type="presParOf" srcId="{9B66A3FA-8C2D-4C86-9B12-8D6E1920D83E}" destId="{65ADA71C-AAB9-4C35-8453-2E600CD52D7A}" srcOrd="14" destOrd="0" presId="urn:microsoft.com/office/officeart/2016/7/layout/RepeatingBendingProcessNew"/>
    <dgm:cxn modelId="{8A2BF891-E847-4F0B-B6B7-DDBA044D14BE}" type="presParOf" srcId="{9B66A3FA-8C2D-4C86-9B12-8D6E1920D83E}" destId="{2F2E8A9A-480A-42EE-ABBE-32860F8CC22A}" srcOrd="15" destOrd="0" presId="urn:microsoft.com/office/officeart/2016/7/layout/RepeatingBendingProcessNew"/>
    <dgm:cxn modelId="{3E835CFC-B220-426E-A03E-AE30B06DF575}" type="presParOf" srcId="{2F2E8A9A-480A-42EE-ABBE-32860F8CC22A}" destId="{72F0FC7B-F026-4B15-AB65-EB3B196019E4}" srcOrd="0" destOrd="0" presId="urn:microsoft.com/office/officeart/2016/7/layout/RepeatingBendingProcessNew"/>
    <dgm:cxn modelId="{ED1016ED-D358-471B-8722-A70D87297881}" type="presParOf" srcId="{9B66A3FA-8C2D-4C86-9B12-8D6E1920D83E}" destId="{2A984069-623C-477D-B562-E446CF097E38}" srcOrd="16" destOrd="0" presId="urn:microsoft.com/office/officeart/2016/7/layout/RepeatingBendingProcessNew"/>
    <dgm:cxn modelId="{671CB055-013B-4C5E-90E4-DD9AC01FAB80}" type="presParOf" srcId="{9B66A3FA-8C2D-4C86-9B12-8D6E1920D83E}" destId="{0589EB94-80CD-45C3-AC8E-2C40D60D2E76}" srcOrd="17" destOrd="0" presId="urn:microsoft.com/office/officeart/2016/7/layout/RepeatingBendingProcessNew"/>
    <dgm:cxn modelId="{DB394750-8BE5-456A-A1DD-4A4F00B78941}" type="presParOf" srcId="{0589EB94-80CD-45C3-AC8E-2C40D60D2E76}" destId="{5E9B520A-043F-40D5-B91F-22849F82C22E}" srcOrd="0" destOrd="0" presId="urn:microsoft.com/office/officeart/2016/7/layout/RepeatingBendingProcessNew"/>
    <dgm:cxn modelId="{BB348DA4-0924-41BB-A3E6-E277566BB3D5}" type="presParOf" srcId="{9B66A3FA-8C2D-4C86-9B12-8D6E1920D83E}" destId="{84524908-4F88-4B78-9094-4554B2BA5045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FAF07A-600B-40CE-9B52-287C77DE50AB}" type="doc">
      <dgm:prSet loTypeId="urn:microsoft.com/office/officeart/2018/2/layout/IconCircle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22AC6433-3CC4-43BE-BBC1-7A800103C3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Develop an improved visualization approach for tracking permanence value dynamics in the HTM Spatial Pooler.</a:t>
          </a:r>
        </a:p>
      </dgm:t>
    </dgm:pt>
    <dgm:pt modelId="{CDD6104D-E29B-4A26-832A-9DFC581E493A}" type="parTrans" cxnId="{4A11D478-79B9-4ECC-801A-4AC9A9FF1BFA}">
      <dgm:prSet/>
      <dgm:spPr/>
      <dgm:t>
        <a:bodyPr/>
        <a:lstStyle/>
        <a:p>
          <a:endParaRPr lang="en-US"/>
        </a:p>
      </dgm:t>
    </dgm:pt>
    <dgm:pt modelId="{4350F723-E71D-475B-B940-56E3FF02A5C0}" type="sibTrans" cxnId="{4A11D478-79B9-4ECC-801A-4AC9A9FF1BF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EEB976C-9786-44BA-9A9B-D9AB9C8A7CB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Enhance interpretability and optimization of HTM models.</a:t>
          </a:r>
        </a:p>
      </dgm:t>
    </dgm:pt>
    <dgm:pt modelId="{6EBC9387-C5AB-4196-89CC-E81462C757DB}" type="parTrans" cxnId="{EAAE88E0-B6E8-4654-BBDA-6C18621D439A}">
      <dgm:prSet/>
      <dgm:spPr/>
      <dgm:t>
        <a:bodyPr/>
        <a:lstStyle/>
        <a:p>
          <a:endParaRPr lang="en-US"/>
        </a:p>
      </dgm:t>
    </dgm:pt>
    <dgm:pt modelId="{1A725D05-5F08-47FB-9C02-C248E1105881}" type="sibTrans" cxnId="{EAAE88E0-B6E8-4654-BBDA-6C18621D439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C66DE4C-43A5-41E2-851A-52F24BAD83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 Neocortex API’s Reconstruct method to track permanence changes over time.</a:t>
          </a:r>
        </a:p>
      </dgm:t>
    </dgm:pt>
    <dgm:pt modelId="{20441834-7D3C-4398-8CD4-BB4E95A819E1}" type="parTrans" cxnId="{E4259875-3C9E-4587-A66F-021F21C45FEB}">
      <dgm:prSet/>
      <dgm:spPr/>
      <dgm:t>
        <a:bodyPr/>
        <a:lstStyle/>
        <a:p>
          <a:endParaRPr lang="en-US"/>
        </a:p>
      </dgm:t>
    </dgm:pt>
    <dgm:pt modelId="{ED427EF6-C3B0-42B4-B5D1-05812CD56F25}" type="sibTrans" cxnId="{E4259875-3C9E-4587-A66F-021F21C45FE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F69AD0B-9AD3-49DB-934F-1070E7CFF0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Apply advanced visualization techniques to represent permanence distributions.</a:t>
          </a:r>
        </a:p>
      </dgm:t>
    </dgm:pt>
    <dgm:pt modelId="{74DE236D-503E-4F8D-AFC1-E095EDBC81E3}" type="parTrans" cxnId="{A0255DF8-B477-4CDE-B02D-765C7F91B425}">
      <dgm:prSet/>
      <dgm:spPr/>
      <dgm:t>
        <a:bodyPr/>
        <a:lstStyle/>
        <a:p>
          <a:endParaRPr lang="en-US"/>
        </a:p>
      </dgm:t>
    </dgm:pt>
    <dgm:pt modelId="{6F61951A-F7D8-43A0-8051-591AD529A4A2}" type="sibTrans" cxnId="{A0255DF8-B477-4CDE-B02D-765C7F91B42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BC98388-E250-490F-AE7D-603A19E850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Extend the approach to image data for evaluating its role in visual pattern recognition &amp; reconstruction.</a:t>
          </a:r>
        </a:p>
      </dgm:t>
    </dgm:pt>
    <dgm:pt modelId="{B959A18D-25BA-4196-8415-BC156E1CA4E2}" type="parTrans" cxnId="{E0FA6B46-0552-44C9-9CEC-5E0B92016A29}">
      <dgm:prSet/>
      <dgm:spPr/>
      <dgm:t>
        <a:bodyPr/>
        <a:lstStyle/>
        <a:p>
          <a:endParaRPr lang="en-US"/>
        </a:p>
      </dgm:t>
    </dgm:pt>
    <dgm:pt modelId="{400A6E9F-2B5D-48BC-9C13-F4BE3526F0AC}" type="sibTrans" cxnId="{E0FA6B46-0552-44C9-9CEC-5E0B92016A2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4B2648E-46E5-49F8-A9F0-CCD82C58A9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Provide better insights into learning dynamics and synaptic stability in HTM networks.</a:t>
          </a:r>
        </a:p>
      </dgm:t>
    </dgm:pt>
    <dgm:pt modelId="{9A107873-D89D-4490-A337-0EE76DE95F38}" type="parTrans" cxnId="{7D215AAC-0F25-4C38-8A5C-2E197DA1FCCA}">
      <dgm:prSet/>
      <dgm:spPr/>
      <dgm:t>
        <a:bodyPr/>
        <a:lstStyle/>
        <a:p>
          <a:endParaRPr lang="en-US"/>
        </a:p>
      </dgm:t>
    </dgm:pt>
    <dgm:pt modelId="{DFF5D58F-3E0D-4F0B-915E-3ED08850A2CA}" type="sibTrans" cxnId="{7D215AAC-0F25-4C38-8A5C-2E197DA1FCCA}">
      <dgm:prSet/>
      <dgm:spPr/>
      <dgm:t>
        <a:bodyPr/>
        <a:lstStyle/>
        <a:p>
          <a:endParaRPr lang="en-US"/>
        </a:p>
      </dgm:t>
    </dgm:pt>
    <dgm:pt modelId="{29FC9D19-F633-4C8E-9302-15BCBFEBDB4C}" type="pres">
      <dgm:prSet presAssocID="{92FAF07A-600B-40CE-9B52-287C77DE50AB}" presName="root" presStyleCnt="0">
        <dgm:presLayoutVars>
          <dgm:dir/>
          <dgm:resizeHandles val="exact"/>
        </dgm:presLayoutVars>
      </dgm:prSet>
      <dgm:spPr/>
    </dgm:pt>
    <dgm:pt modelId="{A1C9E2E2-2A23-4E86-BE5D-6A0B8A748A33}" type="pres">
      <dgm:prSet presAssocID="{92FAF07A-600B-40CE-9B52-287C77DE50AB}" presName="container" presStyleCnt="0">
        <dgm:presLayoutVars>
          <dgm:dir/>
          <dgm:resizeHandles val="exact"/>
        </dgm:presLayoutVars>
      </dgm:prSet>
      <dgm:spPr/>
    </dgm:pt>
    <dgm:pt modelId="{D7CCA87B-CA1E-404A-82FD-CD5E22961DB8}" type="pres">
      <dgm:prSet presAssocID="{22AC6433-3CC4-43BE-BBC1-7A800103C364}" presName="compNode" presStyleCnt="0"/>
      <dgm:spPr/>
    </dgm:pt>
    <dgm:pt modelId="{C532CBC7-760A-4820-AB2E-980DDC8CA6D3}" type="pres">
      <dgm:prSet presAssocID="{22AC6433-3CC4-43BE-BBC1-7A800103C364}" presName="iconBgRect" presStyleLbl="bgShp" presStyleIdx="0" presStyleCnt="6"/>
      <dgm:spPr>
        <a:gradFill rotWithShape="0">
          <a:gsLst>
            <a:gs pos="100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</dgm:spPr>
    </dgm:pt>
    <dgm:pt modelId="{8DF9CBE4-7B3F-42AD-89F1-9A8D6A2C97F1}" type="pres">
      <dgm:prSet presAssocID="{22AC6433-3CC4-43BE-BBC1-7A800103C364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</dgm:pt>
    <dgm:pt modelId="{15007267-3396-4F7E-97D2-8799A5B8F002}" type="pres">
      <dgm:prSet presAssocID="{22AC6433-3CC4-43BE-BBC1-7A800103C364}" presName="spaceRect" presStyleCnt="0"/>
      <dgm:spPr/>
    </dgm:pt>
    <dgm:pt modelId="{117FB15B-4E23-4897-BEF6-D7EC50292B3E}" type="pres">
      <dgm:prSet presAssocID="{22AC6433-3CC4-43BE-BBC1-7A800103C364}" presName="textRect" presStyleLbl="revTx" presStyleIdx="0" presStyleCnt="6" custScaleX="129917" custLinFactNeighborX="10660">
        <dgm:presLayoutVars>
          <dgm:chMax val="1"/>
          <dgm:chPref val="1"/>
        </dgm:presLayoutVars>
      </dgm:prSet>
      <dgm:spPr/>
    </dgm:pt>
    <dgm:pt modelId="{599A3A73-C126-481A-AC8E-249D06F6F2EF}" type="pres">
      <dgm:prSet presAssocID="{4350F723-E71D-475B-B940-56E3FF02A5C0}" presName="sibTrans" presStyleLbl="sibTrans2D1" presStyleIdx="0" presStyleCnt="0"/>
      <dgm:spPr/>
    </dgm:pt>
    <dgm:pt modelId="{2CB2E27F-C8FC-4A52-8B51-B18B4A3DFA19}" type="pres">
      <dgm:prSet presAssocID="{5EEB976C-9786-44BA-9A9B-D9AB9C8A7CBF}" presName="compNode" presStyleCnt="0"/>
      <dgm:spPr/>
    </dgm:pt>
    <dgm:pt modelId="{DB0D97DB-39C8-436F-85A8-4749AB91C655}" type="pres">
      <dgm:prSet presAssocID="{5EEB976C-9786-44BA-9A9B-D9AB9C8A7CBF}" presName="iconBgRect" presStyleLbl="bgShp" presStyleIdx="1" presStyleCnt="6"/>
      <dgm:spPr>
        <a:gradFill rotWithShape="0">
          <a:gsLst>
            <a:gs pos="100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</dgm:spPr>
    </dgm:pt>
    <dgm:pt modelId="{88A9B38C-B3DF-40D3-B1BE-FDA44A09A62E}" type="pres">
      <dgm:prSet presAssocID="{5EEB976C-9786-44BA-9A9B-D9AB9C8A7CBF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</dgm:pt>
    <dgm:pt modelId="{3955620B-A345-4789-A4E6-5A1AD56F57A9}" type="pres">
      <dgm:prSet presAssocID="{5EEB976C-9786-44BA-9A9B-D9AB9C8A7CBF}" presName="spaceRect" presStyleCnt="0"/>
      <dgm:spPr/>
    </dgm:pt>
    <dgm:pt modelId="{2A4884BF-6302-4092-BCCF-E83A170875CD}" type="pres">
      <dgm:prSet presAssocID="{5EEB976C-9786-44BA-9A9B-D9AB9C8A7CBF}" presName="textRect" presStyleLbl="revTx" presStyleIdx="1" presStyleCnt="6" custScaleX="129581" custLinFactNeighborX="11992">
        <dgm:presLayoutVars>
          <dgm:chMax val="1"/>
          <dgm:chPref val="1"/>
        </dgm:presLayoutVars>
      </dgm:prSet>
      <dgm:spPr/>
    </dgm:pt>
    <dgm:pt modelId="{86810911-E090-4A3D-800B-526E4EED326A}" type="pres">
      <dgm:prSet presAssocID="{1A725D05-5F08-47FB-9C02-C248E1105881}" presName="sibTrans" presStyleLbl="sibTrans2D1" presStyleIdx="0" presStyleCnt="0"/>
      <dgm:spPr/>
    </dgm:pt>
    <dgm:pt modelId="{CA779817-A467-43DD-B4A3-06AAED1893ED}" type="pres">
      <dgm:prSet presAssocID="{EC66DE4C-43A5-41E2-851A-52F24BAD83C1}" presName="compNode" presStyleCnt="0"/>
      <dgm:spPr/>
    </dgm:pt>
    <dgm:pt modelId="{83982BC3-4403-4659-8EE6-E95323C43B11}" type="pres">
      <dgm:prSet presAssocID="{EC66DE4C-43A5-41E2-851A-52F24BAD83C1}" presName="iconBgRect" presStyleLbl="bgShp" presStyleIdx="2" presStyleCnt="6"/>
      <dgm:spPr>
        <a:gradFill rotWithShape="0">
          <a:gsLst>
            <a:gs pos="100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</dgm:spPr>
    </dgm:pt>
    <dgm:pt modelId="{F893AD07-A673-46C8-994D-575FC8E2E6DF}" type="pres">
      <dgm:prSet presAssocID="{EC66DE4C-43A5-41E2-851A-52F24BAD83C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</dgm:pt>
    <dgm:pt modelId="{FB58BA98-2B3F-41A9-ABAD-814EC31EA467}" type="pres">
      <dgm:prSet presAssocID="{EC66DE4C-43A5-41E2-851A-52F24BAD83C1}" presName="spaceRect" presStyleCnt="0"/>
      <dgm:spPr/>
    </dgm:pt>
    <dgm:pt modelId="{B5F2A6ED-7B58-42F8-BD7B-3AF2597FFC26}" type="pres">
      <dgm:prSet presAssocID="{EC66DE4C-43A5-41E2-851A-52F24BAD83C1}" presName="textRect" presStyleLbl="revTx" presStyleIdx="2" presStyleCnt="6">
        <dgm:presLayoutVars>
          <dgm:chMax val="1"/>
          <dgm:chPref val="1"/>
        </dgm:presLayoutVars>
      </dgm:prSet>
      <dgm:spPr/>
    </dgm:pt>
    <dgm:pt modelId="{3B576AA8-9E80-4C90-A0F9-99EFF4DD5D5E}" type="pres">
      <dgm:prSet presAssocID="{ED427EF6-C3B0-42B4-B5D1-05812CD56F25}" presName="sibTrans" presStyleLbl="sibTrans2D1" presStyleIdx="0" presStyleCnt="0"/>
      <dgm:spPr/>
    </dgm:pt>
    <dgm:pt modelId="{F8B2F957-0DF6-48C3-8824-DAF310BD5B1C}" type="pres">
      <dgm:prSet presAssocID="{0F69AD0B-9AD3-49DB-934F-1070E7CFF0E1}" presName="compNode" presStyleCnt="0"/>
      <dgm:spPr/>
    </dgm:pt>
    <dgm:pt modelId="{14D53EC7-53D6-447C-903F-8C098680D690}" type="pres">
      <dgm:prSet presAssocID="{0F69AD0B-9AD3-49DB-934F-1070E7CFF0E1}" presName="iconBgRect" presStyleLbl="bgShp" presStyleIdx="3" presStyleCnt="6" custLinFactNeighborX="31390" custLinFactNeighborY="-1846"/>
      <dgm:spPr>
        <a:gradFill rotWithShape="0">
          <a:gsLst>
            <a:gs pos="100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</dgm:spPr>
    </dgm:pt>
    <dgm:pt modelId="{FD58F4E6-533A-404B-A860-C041BE38877C}" type="pres">
      <dgm:prSet presAssocID="{0F69AD0B-9AD3-49DB-934F-1070E7CFF0E1}" presName="iconRect" presStyleLbl="node1" presStyleIdx="3" presStyleCnt="6" custLinFactNeighborX="58895" custLinFactNeighborY="-636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</dgm:pt>
    <dgm:pt modelId="{C1727375-66A9-4FA8-B953-60F8E2A567A9}" type="pres">
      <dgm:prSet presAssocID="{0F69AD0B-9AD3-49DB-934F-1070E7CFF0E1}" presName="spaceRect" presStyleCnt="0"/>
      <dgm:spPr/>
    </dgm:pt>
    <dgm:pt modelId="{8C9E2221-8305-4792-B4C9-7FC6B655287A}" type="pres">
      <dgm:prSet presAssocID="{0F69AD0B-9AD3-49DB-934F-1070E7CFF0E1}" presName="textRect" presStyleLbl="revTx" presStyleIdx="3" presStyleCnt="6" custLinFactNeighborX="11359" custLinFactNeighborY="-4616">
        <dgm:presLayoutVars>
          <dgm:chMax val="1"/>
          <dgm:chPref val="1"/>
        </dgm:presLayoutVars>
      </dgm:prSet>
      <dgm:spPr/>
    </dgm:pt>
    <dgm:pt modelId="{A85C089E-CEB2-4EB7-95C2-8AF77E512DAF}" type="pres">
      <dgm:prSet presAssocID="{6F61951A-F7D8-43A0-8051-591AD529A4A2}" presName="sibTrans" presStyleLbl="sibTrans2D1" presStyleIdx="0" presStyleCnt="0"/>
      <dgm:spPr/>
    </dgm:pt>
    <dgm:pt modelId="{91D05E3D-9DCC-46B4-B1D2-B484BB503508}" type="pres">
      <dgm:prSet presAssocID="{FBC98388-E250-490F-AE7D-603A19E850B6}" presName="compNode" presStyleCnt="0"/>
      <dgm:spPr/>
    </dgm:pt>
    <dgm:pt modelId="{40336113-5E87-4D7C-A215-745953909459}" type="pres">
      <dgm:prSet presAssocID="{FBC98388-E250-490F-AE7D-603A19E850B6}" presName="iconBgRect" presStyleLbl="bgShp" presStyleIdx="4" presStyleCnt="6"/>
      <dgm:spPr>
        <a:gradFill rotWithShape="0">
          <a:gsLst>
            <a:gs pos="100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</dgm:spPr>
    </dgm:pt>
    <dgm:pt modelId="{DCFE5C05-8624-41D6-9531-E316090AB0C7}" type="pres">
      <dgm:prSet presAssocID="{FBC98388-E250-490F-AE7D-603A19E850B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</dgm:pt>
    <dgm:pt modelId="{056C540A-CD59-4C09-AF40-EFC4804DEBC0}" type="pres">
      <dgm:prSet presAssocID="{FBC98388-E250-490F-AE7D-603A19E850B6}" presName="spaceRect" presStyleCnt="0"/>
      <dgm:spPr/>
    </dgm:pt>
    <dgm:pt modelId="{15C15265-3621-43D4-9BC3-D84EFA4A99E8}" type="pres">
      <dgm:prSet presAssocID="{FBC98388-E250-490F-AE7D-603A19E850B6}" presName="textRect" presStyleLbl="revTx" presStyleIdx="4" presStyleCnt="6">
        <dgm:presLayoutVars>
          <dgm:chMax val="1"/>
          <dgm:chPref val="1"/>
        </dgm:presLayoutVars>
      </dgm:prSet>
      <dgm:spPr/>
    </dgm:pt>
    <dgm:pt modelId="{E9C120D5-A18C-4BC9-80A8-CAF190506549}" type="pres">
      <dgm:prSet presAssocID="{400A6E9F-2B5D-48BC-9C13-F4BE3526F0AC}" presName="sibTrans" presStyleLbl="sibTrans2D1" presStyleIdx="0" presStyleCnt="0"/>
      <dgm:spPr/>
    </dgm:pt>
    <dgm:pt modelId="{A5437C44-B995-4889-9B4F-871E74A4A01B}" type="pres">
      <dgm:prSet presAssocID="{94B2648E-46E5-49F8-A9F0-CCD82C58A91B}" presName="compNode" presStyleCnt="0"/>
      <dgm:spPr/>
    </dgm:pt>
    <dgm:pt modelId="{90EDCCF5-5438-496F-A504-2A3D6EF0A76E}" type="pres">
      <dgm:prSet presAssocID="{94B2648E-46E5-49F8-A9F0-CCD82C58A91B}" presName="iconBgRect" presStyleLbl="bgShp" presStyleIdx="5" presStyleCnt="6" custLinFactNeighborX="28620"/>
      <dgm:spPr>
        <a:gradFill rotWithShape="0">
          <a:gsLst>
            <a:gs pos="100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</dgm:spPr>
    </dgm:pt>
    <dgm:pt modelId="{52DA4056-9AFB-4392-9236-C7DB0E1AC5C2}" type="pres">
      <dgm:prSet presAssocID="{94B2648E-46E5-49F8-A9F0-CCD82C58A91B}" presName="iconRect" presStyleLbl="node1" presStyleIdx="5" presStyleCnt="6" custLinFactNeighborX="50936" custLinFactNeighborY="-4775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</dgm:pt>
    <dgm:pt modelId="{22E83656-11CD-42E6-98E7-A895301F8BCE}" type="pres">
      <dgm:prSet presAssocID="{94B2648E-46E5-49F8-A9F0-CCD82C58A91B}" presName="spaceRect" presStyleCnt="0"/>
      <dgm:spPr/>
    </dgm:pt>
    <dgm:pt modelId="{644381B3-886E-4094-9649-F0ED0A4F559D}" type="pres">
      <dgm:prSet presAssocID="{94B2648E-46E5-49F8-A9F0-CCD82C58A91B}" presName="textRect" presStyleLbl="revTx" presStyleIdx="5" presStyleCnt="6" custLinFactNeighborX="11722" custLinFactNeighborY="1846">
        <dgm:presLayoutVars>
          <dgm:chMax val="1"/>
          <dgm:chPref val="1"/>
        </dgm:presLayoutVars>
      </dgm:prSet>
      <dgm:spPr/>
    </dgm:pt>
  </dgm:ptLst>
  <dgm:cxnLst>
    <dgm:cxn modelId="{4482B70F-F396-4704-8BE3-AA8A7653CE9C}" type="presOf" srcId="{6F61951A-F7D8-43A0-8051-591AD529A4A2}" destId="{A85C089E-CEB2-4EB7-95C2-8AF77E512DAF}" srcOrd="0" destOrd="0" presId="urn:microsoft.com/office/officeart/2018/2/layout/IconCircleList"/>
    <dgm:cxn modelId="{AE7BF012-FF2C-4D76-95AA-578E3B281917}" type="presOf" srcId="{EC66DE4C-43A5-41E2-851A-52F24BAD83C1}" destId="{B5F2A6ED-7B58-42F8-BD7B-3AF2597FFC26}" srcOrd="0" destOrd="0" presId="urn:microsoft.com/office/officeart/2018/2/layout/IconCircleList"/>
    <dgm:cxn modelId="{5D348216-4236-4C98-99D8-8C38578915B7}" type="presOf" srcId="{94B2648E-46E5-49F8-A9F0-CCD82C58A91B}" destId="{644381B3-886E-4094-9649-F0ED0A4F559D}" srcOrd="0" destOrd="0" presId="urn:microsoft.com/office/officeart/2018/2/layout/IconCircleList"/>
    <dgm:cxn modelId="{68B7CB1F-738D-4C16-8DEE-1CC62951BCE8}" type="presOf" srcId="{5EEB976C-9786-44BA-9A9B-D9AB9C8A7CBF}" destId="{2A4884BF-6302-4092-BCCF-E83A170875CD}" srcOrd="0" destOrd="0" presId="urn:microsoft.com/office/officeart/2018/2/layout/IconCircleList"/>
    <dgm:cxn modelId="{C0E4F65B-645F-4DD2-A6A6-A24E6C83DF02}" type="presOf" srcId="{1A725D05-5F08-47FB-9C02-C248E1105881}" destId="{86810911-E090-4A3D-800B-526E4EED326A}" srcOrd="0" destOrd="0" presId="urn:microsoft.com/office/officeart/2018/2/layout/IconCircleList"/>
    <dgm:cxn modelId="{E0FA6B46-0552-44C9-9CEC-5E0B92016A29}" srcId="{92FAF07A-600B-40CE-9B52-287C77DE50AB}" destId="{FBC98388-E250-490F-AE7D-603A19E850B6}" srcOrd="4" destOrd="0" parTransId="{B959A18D-25BA-4196-8415-BC156E1CA4E2}" sibTransId="{400A6E9F-2B5D-48BC-9C13-F4BE3526F0AC}"/>
    <dgm:cxn modelId="{7F11CA4E-9987-46E4-9E53-37FBAA5DA2A2}" type="presOf" srcId="{0F69AD0B-9AD3-49DB-934F-1070E7CFF0E1}" destId="{8C9E2221-8305-4792-B4C9-7FC6B655287A}" srcOrd="0" destOrd="0" presId="urn:microsoft.com/office/officeart/2018/2/layout/IconCircleList"/>
    <dgm:cxn modelId="{9ADB3A73-C2C5-4E43-800D-A797AD767D2A}" type="presOf" srcId="{400A6E9F-2B5D-48BC-9C13-F4BE3526F0AC}" destId="{E9C120D5-A18C-4BC9-80A8-CAF190506549}" srcOrd="0" destOrd="0" presId="urn:microsoft.com/office/officeart/2018/2/layout/IconCircleList"/>
    <dgm:cxn modelId="{E4259875-3C9E-4587-A66F-021F21C45FEB}" srcId="{92FAF07A-600B-40CE-9B52-287C77DE50AB}" destId="{EC66DE4C-43A5-41E2-851A-52F24BAD83C1}" srcOrd="2" destOrd="0" parTransId="{20441834-7D3C-4398-8CD4-BB4E95A819E1}" sibTransId="{ED427EF6-C3B0-42B4-B5D1-05812CD56F25}"/>
    <dgm:cxn modelId="{4A11D478-79B9-4ECC-801A-4AC9A9FF1BFA}" srcId="{92FAF07A-600B-40CE-9B52-287C77DE50AB}" destId="{22AC6433-3CC4-43BE-BBC1-7A800103C364}" srcOrd="0" destOrd="0" parTransId="{CDD6104D-E29B-4A26-832A-9DFC581E493A}" sibTransId="{4350F723-E71D-475B-B940-56E3FF02A5C0}"/>
    <dgm:cxn modelId="{9F077888-2E2A-4346-8BD6-E9FEC076FF3F}" type="presOf" srcId="{FBC98388-E250-490F-AE7D-603A19E850B6}" destId="{15C15265-3621-43D4-9BC3-D84EFA4A99E8}" srcOrd="0" destOrd="0" presId="urn:microsoft.com/office/officeart/2018/2/layout/IconCircleList"/>
    <dgm:cxn modelId="{3A29748F-C702-4C96-8C74-144FAD864B4F}" type="presOf" srcId="{ED427EF6-C3B0-42B4-B5D1-05812CD56F25}" destId="{3B576AA8-9E80-4C90-A0F9-99EFF4DD5D5E}" srcOrd="0" destOrd="0" presId="urn:microsoft.com/office/officeart/2018/2/layout/IconCircleList"/>
    <dgm:cxn modelId="{7D215AAC-0F25-4C38-8A5C-2E197DA1FCCA}" srcId="{92FAF07A-600B-40CE-9B52-287C77DE50AB}" destId="{94B2648E-46E5-49F8-A9F0-CCD82C58A91B}" srcOrd="5" destOrd="0" parTransId="{9A107873-D89D-4490-A337-0EE76DE95F38}" sibTransId="{DFF5D58F-3E0D-4F0B-915E-3ED08850A2CA}"/>
    <dgm:cxn modelId="{C619B2AF-D1E3-419C-B007-BDF87C5D0572}" type="presOf" srcId="{22AC6433-3CC4-43BE-BBC1-7A800103C364}" destId="{117FB15B-4E23-4897-BEF6-D7EC50292B3E}" srcOrd="0" destOrd="0" presId="urn:microsoft.com/office/officeart/2018/2/layout/IconCircleList"/>
    <dgm:cxn modelId="{6B8BF9CE-5B05-433F-978E-A7DD329F1138}" type="presOf" srcId="{4350F723-E71D-475B-B940-56E3FF02A5C0}" destId="{599A3A73-C126-481A-AC8E-249D06F6F2EF}" srcOrd="0" destOrd="0" presId="urn:microsoft.com/office/officeart/2018/2/layout/IconCircleList"/>
    <dgm:cxn modelId="{EAAE88E0-B6E8-4654-BBDA-6C18621D439A}" srcId="{92FAF07A-600B-40CE-9B52-287C77DE50AB}" destId="{5EEB976C-9786-44BA-9A9B-D9AB9C8A7CBF}" srcOrd="1" destOrd="0" parTransId="{6EBC9387-C5AB-4196-89CC-E81462C757DB}" sibTransId="{1A725D05-5F08-47FB-9C02-C248E1105881}"/>
    <dgm:cxn modelId="{5CA314F4-65FB-4752-A2C7-EFF038CACDF8}" type="presOf" srcId="{92FAF07A-600B-40CE-9B52-287C77DE50AB}" destId="{29FC9D19-F633-4C8E-9302-15BCBFEBDB4C}" srcOrd="0" destOrd="0" presId="urn:microsoft.com/office/officeart/2018/2/layout/IconCircleList"/>
    <dgm:cxn modelId="{A0255DF8-B477-4CDE-B02D-765C7F91B425}" srcId="{92FAF07A-600B-40CE-9B52-287C77DE50AB}" destId="{0F69AD0B-9AD3-49DB-934F-1070E7CFF0E1}" srcOrd="3" destOrd="0" parTransId="{74DE236D-503E-4F8D-AFC1-E095EDBC81E3}" sibTransId="{6F61951A-F7D8-43A0-8051-591AD529A4A2}"/>
    <dgm:cxn modelId="{B35664CA-F878-447D-A733-FB82BF2DA41F}" type="presParOf" srcId="{29FC9D19-F633-4C8E-9302-15BCBFEBDB4C}" destId="{A1C9E2E2-2A23-4E86-BE5D-6A0B8A748A33}" srcOrd="0" destOrd="0" presId="urn:microsoft.com/office/officeart/2018/2/layout/IconCircleList"/>
    <dgm:cxn modelId="{B7222B8A-47A1-4E38-8868-96BE532B1668}" type="presParOf" srcId="{A1C9E2E2-2A23-4E86-BE5D-6A0B8A748A33}" destId="{D7CCA87B-CA1E-404A-82FD-CD5E22961DB8}" srcOrd="0" destOrd="0" presId="urn:microsoft.com/office/officeart/2018/2/layout/IconCircleList"/>
    <dgm:cxn modelId="{8BC901BD-6E80-4ED1-A961-65B5DF43E42E}" type="presParOf" srcId="{D7CCA87B-CA1E-404A-82FD-CD5E22961DB8}" destId="{C532CBC7-760A-4820-AB2E-980DDC8CA6D3}" srcOrd="0" destOrd="0" presId="urn:microsoft.com/office/officeart/2018/2/layout/IconCircleList"/>
    <dgm:cxn modelId="{83AE441C-C983-4239-9C6D-4DB84D41AC2F}" type="presParOf" srcId="{D7CCA87B-CA1E-404A-82FD-CD5E22961DB8}" destId="{8DF9CBE4-7B3F-42AD-89F1-9A8D6A2C97F1}" srcOrd="1" destOrd="0" presId="urn:microsoft.com/office/officeart/2018/2/layout/IconCircleList"/>
    <dgm:cxn modelId="{59A7DB36-D7A5-40BA-A804-E191B08478F3}" type="presParOf" srcId="{D7CCA87B-CA1E-404A-82FD-CD5E22961DB8}" destId="{15007267-3396-4F7E-97D2-8799A5B8F002}" srcOrd="2" destOrd="0" presId="urn:microsoft.com/office/officeart/2018/2/layout/IconCircleList"/>
    <dgm:cxn modelId="{8E7B28C9-255B-4E29-A202-FCD76FF67852}" type="presParOf" srcId="{D7CCA87B-CA1E-404A-82FD-CD5E22961DB8}" destId="{117FB15B-4E23-4897-BEF6-D7EC50292B3E}" srcOrd="3" destOrd="0" presId="urn:microsoft.com/office/officeart/2018/2/layout/IconCircleList"/>
    <dgm:cxn modelId="{225B8B8A-3501-4CD2-BD04-E7DE224EC262}" type="presParOf" srcId="{A1C9E2E2-2A23-4E86-BE5D-6A0B8A748A33}" destId="{599A3A73-C126-481A-AC8E-249D06F6F2EF}" srcOrd="1" destOrd="0" presId="urn:microsoft.com/office/officeart/2018/2/layout/IconCircleList"/>
    <dgm:cxn modelId="{2449BFCE-38AF-4502-B0DA-BF34F0AEF4F6}" type="presParOf" srcId="{A1C9E2E2-2A23-4E86-BE5D-6A0B8A748A33}" destId="{2CB2E27F-C8FC-4A52-8B51-B18B4A3DFA19}" srcOrd="2" destOrd="0" presId="urn:microsoft.com/office/officeart/2018/2/layout/IconCircleList"/>
    <dgm:cxn modelId="{918DCAD7-55FC-4571-89BE-489528E1C175}" type="presParOf" srcId="{2CB2E27F-C8FC-4A52-8B51-B18B4A3DFA19}" destId="{DB0D97DB-39C8-436F-85A8-4749AB91C655}" srcOrd="0" destOrd="0" presId="urn:microsoft.com/office/officeart/2018/2/layout/IconCircleList"/>
    <dgm:cxn modelId="{A8875505-82C8-4AB5-AD52-7ABF3EE5BC80}" type="presParOf" srcId="{2CB2E27F-C8FC-4A52-8B51-B18B4A3DFA19}" destId="{88A9B38C-B3DF-40D3-B1BE-FDA44A09A62E}" srcOrd="1" destOrd="0" presId="urn:microsoft.com/office/officeart/2018/2/layout/IconCircleList"/>
    <dgm:cxn modelId="{6240E0CB-2069-4631-AF8F-62A4AEE1F43A}" type="presParOf" srcId="{2CB2E27F-C8FC-4A52-8B51-B18B4A3DFA19}" destId="{3955620B-A345-4789-A4E6-5A1AD56F57A9}" srcOrd="2" destOrd="0" presId="urn:microsoft.com/office/officeart/2018/2/layout/IconCircleList"/>
    <dgm:cxn modelId="{DD25C983-0FB5-4511-9C0F-473B5E004FD7}" type="presParOf" srcId="{2CB2E27F-C8FC-4A52-8B51-B18B4A3DFA19}" destId="{2A4884BF-6302-4092-BCCF-E83A170875CD}" srcOrd="3" destOrd="0" presId="urn:microsoft.com/office/officeart/2018/2/layout/IconCircleList"/>
    <dgm:cxn modelId="{64868FE4-FC09-499A-8436-345DDB5EE7FE}" type="presParOf" srcId="{A1C9E2E2-2A23-4E86-BE5D-6A0B8A748A33}" destId="{86810911-E090-4A3D-800B-526E4EED326A}" srcOrd="3" destOrd="0" presId="urn:microsoft.com/office/officeart/2018/2/layout/IconCircleList"/>
    <dgm:cxn modelId="{58DE44BE-2441-4F86-BCFE-AF32C5C12FC5}" type="presParOf" srcId="{A1C9E2E2-2A23-4E86-BE5D-6A0B8A748A33}" destId="{CA779817-A467-43DD-B4A3-06AAED1893ED}" srcOrd="4" destOrd="0" presId="urn:microsoft.com/office/officeart/2018/2/layout/IconCircleList"/>
    <dgm:cxn modelId="{6D2F73F0-3882-414E-865F-D2C8B41B6968}" type="presParOf" srcId="{CA779817-A467-43DD-B4A3-06AAED1893ED}" destId="{83982BC3-4403-4659-8EE6-E95323C43B11}" srcOrd="0" destOrd="0" presId="urn:microsoft.com/office/officeart/2018/2/layout/IconCircleList"/>
    <dgm:cxn modelId="{0AA94895-A8E9-4900-ABAC-4C1B1DD71B4A}" type="presParOf" srcId="{CA779817-A467-43DD-B4A3-06AAED1893ED}" destId="{F893AD07-A673-46C8-994D-575FC8E2E6DF}" srcOrd="1" destOrd="0" presId="urn:microsoft.com/office/officeart/2018/2/layout/IconCircleList"/>
    <dgm:cxn modelId="{88E2B954-153F-45AB-8733-CB3507709F8C}" type="presParOf" srcId="{CA779817-A467-43DD-B4A3-06AAED1893ED}" destId="{FB58BA98-2B3F-41A9-ABAD-814EC31EA467}" srcOrd="2" destOrd="0" presId="urn:microsoft.com/office/officeart/2018/2/layout/IconCircleList"/>
    <dgm:cxn modelId="{5359A328-5699-4BB3-97AC-0D0FB92AC9AE}" type="presParOf" srcId="{CA779817-A467-43DD-B4A3-06AAED1893ED}" destId="{B5F2A6ED-7B58-42F8-BD7B-3AF2597FFC26}" srcOrd="3" destOrd="0" presId="urn:microsoft.com/office/officeart/2018/2/layout/IconCircleList"/>
    <dgm:cxn modelId="{43562937-CBD1-4610-8123-7E6A092FD678}" type="presParOf" srcId="{A1C9E2E2-2A23-4E86-BE5D-6A0B8A748A33}" destId="{3B576AA8-9E80-4C90-A0F9-99EFF4DD5D5E}" srcOrd="5" destOrd="0" presId="urn:microsoft.com/office/officeart/2018/2/layout/IconCircleList"/>
    <dgm:cxn modelId="{80EDC222-1A68-46EC-BB36-79ACB1967438}" type="presParOf" srcId="{A1C9E2E2-2A23-4E86-BE5D-6A0B8A748A33}" destId="{F8B2F957-0DF6-48C3-8824-DAF310BD5B1C}" srcOrd="6" destOrd="0" presId="urn:microsoft.com/office/officeart/2018/2/layout/IconCircleList"/>
    <dgm:cxn modelId="{E9CC1AFB-8AFB-4E52-B84E-3C5D629E3229}" type="presParOf" srcId="{F8B2F957-0DF6-48C3-8824-DAF310BD5B1C}" destId="{14D53EC7-53D6-447C-903F-8C098680D690}" srcOrd="0" destOrd="0" presId="urn:microsoft.com/office/officeart/2018/2/layout/IconCircleList"/>
    <dgm:cxn modelId="{E6182373-C786-4875-81CC-EDD7A284D02E}" type="presParOf" srcId="{F8B2F957-0DF6-48C3-8824-DAF310BD5B1C}" destId="{FD58F4E6-533A-404B-A860-C041BE38877C}" srcOrd="1" destOrd="0" presId="urn:microsoft.com/office/officeart/2018/2/layout/IconCircleList"/>
    <dgm:cxn modelId="{E4EA6618-89D8-4C7C-AEFB-F5363F2325D7}" type="presParOf" srcId="{F8B2F957-0DF6-48C3-8824-DAF310BD5B1C}" destId="{C1727375-66A9-4FA8-B953-60F8E2A567A9}" srcOrd="2" destOrd="0" presId="urn:microsoft.com/office/officeart/2018/2/layout/IconCircleList"/>
    <dgm:cxn modelId="{88976AAB-FB30-4B7A-BF38-E4CF4D39725E}" type="presParOf" srcId="{F8B2F957-0DF6-48C3-8824-DAF310BD5B1C}" destId="{8C9E2221-8305-4792-B4C9-7FC6B655287A}" srcOrd="3" destOrd="0" presId="urn:microsoft.com/office/officeart/2018/2/layout/IconCircleList"/>
    <dgm:cxn modelId="{6341A3C6-D5D0-4CDB-B818-19EF1E5D1EE4}" type="presParOf" srcId="{A1C9E2E2-2A23-4E86-BE5D-6A0B8A748A33}" destId="{A85C089E-CEB2-4EB7-95C2-8AF77E512DAF}" srcOrd="7" destOrd="0" presId="urn:microsoft.com/office/officeart/2018/2/layout/IconCircleList"/>
    <dgm:cxn modelId="{332DE4D0-A7D6-43D0-B813-7394CE6521CB}" type="presParOf" srcId="{A1C9E2E2-2A23-4E86-BE5D-6A0B8A748A33}" destId="{91D05E3D-9DCC-46B4-B1D2-B484BB503508}" srcOrd="8" destOrd="0" presId="urn:microsoft.com/office/officeart/2018/2/layout/IconCircleList"/>
    <dgm:cxn modelId="{98E6CA69-1E8E-4741-A194-0A011E05A1ED}" type="presParOf" srcId="{91D05E3D-9DCC-46B4-B1D2-B484BB503508}" destId="{40336113-5E87-4D7C-A215-745953909459}" srcOrd="0" destOrd="0" presId="urn:microsoft.com/office/officeart/2018/2/layout/IconCircleList"/>
    <dgm:cxn modelId="{4E086F6B-876A-4D8B-BF84-C5F895394A55}" type="presParOf" srcId="{91D05E3D-9DCC-46B4-B1D2-B484BB503508}" destId="{DCFE5C05-8624-41D6-9531-E316090AB0C7}" srcOrd="1" destOrd="0" presId="urn:microsoft.com/office/officeart/2018/2/layout/IconCircleList"/>
    <dgm:cxn modelId="{FF4AB6D7-ED97-40E1-B1A6-FB83B67AA7AE}" type="presParOf" srcId="{91D05E3D-9DCC-46B4-B1D2-B484BB503508}" destId="{056C540A-CD59-4C09-AF40-EFC4804DEBC0}" srcOrd="2" destOrd="0" presId="urn:microsoft.com/office/officeart/2018/2/layout/IconCircleList"/>
    <dgm:cxn modelId="{AC05AFD5-F5D0-48B4-8928-9EAC1D65F31C}" type="presParOf" srcId="{91D05E3D-9DCC-46B4-B1D2-B484BB503508}" destId="{15C15265-3621-43D4-9BC3-D84EFA4A99E8}" srcOrd="3" destOrd="0" presId="urn:microsoft.com/office/officeart/2018/2/layout/IconCircleList"/>
    <dgm:cxn modelId="{9855D33D-478D-4695-A16D-7B3419868D4D}" type="presParOf" srcId="{A1C9E2E2-2A23-4E86-BE5D-6A0B8A748A33}" destId="{E9C120D5-A18C-4BC9-80A8-CAF190506549}" srcOrd="9" destOrd="0" presId="urn:microsoft.com/office/officeart/2018/2/layout/IconCircleList"/>
    <dgm:cxn modelId="{04BE66D1-4AD5-4342-9636-10A10BFB6102}" type="presParOf" srcId="{A1C9E2E2-2A23-4E86-BE5D-6A0B8A748A33}" destId="{A5437C44-B995-4889-9B4F-871E74A4A01B}" srcOrd="10" destOrd="0" presId="urn:microsoft.com/office/officeart/2018/2/layout/IconCircleList"/>
    <dgm:cxn modelId="{FFC3E342-8697-4CF6-96F4-DBDEF72CD0EE}" type="presParOf" srcId="{A5437C44-B995-4889-9B4F-871E74A4A01B}" destId="{90EDCCF5-5438-496F-A504-2A3D6EF0A76E}" srcOrd="0" destOrd="0" presId="urn:microsoft.com/office/officeart/2018/2/layout/IconCircleList"/>
    <dgm:cxn modelId="{FF7BCC2F-B6AD-470A-BE80-7C0C3630A346}" type="presParOf" srcId="{A5437C44-B995-4889-9B4F-871E74A4A01B}" destId="{52DA4056-9AFB-4392-9236-C7DB0E1AC5C2}" srcOrd="1" destOrd="0" presId="urn:microsoft.com/office/officeart/2018/2/layout/IconCircleList"/>
    <dgm:cxn modelId="{44269E15-3B25-470F-B999-0C58D8E02132}" type="presParOf" srcId="{A5437C44-B995-4889-9B4F-871E74A4A01B}" destId="{22E83656-11CD-42E6-98E7-A895301F8BCE}" srcOrd="2" destOrd="0" presId="urn:microsoft.com/office/officeart/2018/2/layout/IconCircleList"/>
    <dgm:cxn modelId="{ABF72443-2F61-4420-A93E-035117009FAC}" type="presParOf" srcId="{A5437C44-B995-4889-9B4F-871E74A4A01B}" destId="{644381B3-886E-4094-9649-F0ED0A4F559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EA3FC4-DC06-4CEF-B911-5F6CF2E1BE6E}">
      <dsp:nvSpPr>
        <dsp:cNvPr id="0" name=""/>
        <dsp:cNvSpPr/>
      </dsp:nvSpPr>
      <dsp:spPr>
        <a:xfrm>
          <a:off x="1855181" y="1146663"/>
          <a:ext cx="39488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488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41985" y="1190256"/>
        <a:ext cx="21274" cy="4254"/>
      </dsp:txXfrm>
    </dsp:sp>
    <dsp:sp modelId="{2D2F8B70-7691-4CD0-9711-6839C80D88BA}">
      <dsp:nvSpPr>
        <dsp:cNvPr id="0" name=""/>
        <dsp:cNvSpPr/>
      </dsp:nvSpPr>
      <dsp:spPr>
        <a:xfrm>
          <a:off x="7067" y="637409"/>
          <a:ext cx="1849914" cy="11099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0647" tIns="95150" rIns="90647" bIns="9515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Objective</a:t>
          </a:r>
          <a:endParaRPr lang="en-US" sz="1600" kern="1200" dirty="0"/>
        </a:p>
      </dsp:txBody>
      <dsp:txXfrm>
        <a:off x="7067" y="637409"/>
        <a:ext cx="1849914" cy="1109948"/>
      </dsp:txXfrm>
    </dsp:sp>
    <dsp:sp modelId="{533117BA-02FE-4058-B56D-B5CC6CDBDC40}">
      <dsp:nvSpPr>
        <dsp:cNvPr id="0" name=""/>
        <dsp:cNvSpPr/>
      </dsp:nvSpPr>
      <dsp:spPr>
        <a:xfrm>
          <a:off x="4130576" y="1146663"/>
          <a:ext cx="39488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488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17379" y="1190256"/>
        <a:ext cx="21274" cy="4254"/>
      </dsp:txXfrm>
    </dsp:sp>
    <dsp:sp modelId="{A31CE4FB-028E-4296-A8DF-79526835E331}">
      <dsp:nvSpPr>
        <dsp:cNvPr id="0" name=""/>
        <dsp:cNvSpPr/>
      </dsp:nvSpPr>
      <dsp:spPr>
        <a:xfrm>
          <a:off x="2282462" y="637409"/>
          <a:ext cx="1849914" cy="11099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0647" tIns="95150" rIns="90647" bIns="9515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INTRODUCTION</a:t>
          </a:r>
          <a:endParaRPr lang="en-US" sz="1600" kern="1200"/>
        </a:p>
      </dsp:txBody>
      <dsp:txXfrm>
        <a:off x="2282462" y="637409"/>
        <a:ext cx="1849914" cy="1109948"/>
      </dsp:txXfrm>
    </dsp:sp>
    <dsp:sp modelId="{419E790A-5140-4950-8FBA-39D6965F63F7}">
      <dsp:nvSpPr>
        <dsp:cNvPr id="0" name=""/>
        <dsp:cNvSpPr/>
      </dsp:nvSpPr>
      <dsp:spPr>
        <a:xfrm>
          <a:off x="6405971" y="1146663"/>
          <a:ext cx="39488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488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592774" y="1190256"/>
        <a:ext cx="21274" cy="4254"/>
      </dsp:txXfrm>
    </dsp:sp>
    <dsp:sp modelId="{4CACE060-341F-4D5C-BC6A-10F4E56182C0}">
      <dsp:nvSpPr>
        <dsp:cNvPr id="0" name=""/>
        <dsp:cNvSpPr/>
      </dsp:nvSpPr>
      <dsp:spPr>
        <a:xfrm>
          <a:off x="4557856" y="637409"/>
          <a:ext cx="1849914" cy="11099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0647" tIns="95150" rIns="90647" bIns="9515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Methodology</a:t>
          </a:r>
          <a:endParaRPr lang="en-US" sz="1600" kern="1200" dirty="0"/>
        </a:p>
      </dsp:txBody>
      <dsp:txXfrm>
        <a:off x="4557856" y="637409"/>
        <a:ext cx="1849914" cy="1109948"/>
      </dsp:txXfrm>
    </dsp:sp>
    <dsp:sp modelId="{9EFC8A2B-0473-42A0-B431-18E73D6CF426}">
      <dsp:nvSpPr>
        <dsp:cNvPr id="0" name=""/>
        <dsp:cNvSpPr/>
      </dsp:nvSpPr>
      <dsp:spPr>
        <a:xfrm>
          <a:off x="8681365" y="1146663"/>
          <a:ext cx="39488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488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68168" y="1190256"/>
        <a:ext cx="21274" cy="4254"/>
      </dsp:txXfrm>
    </dsp:sp>
    <dsp:sp modelId="{30C8CA2C-ABE1-4502-B19C-F72594DF8D5E}">
      <dsp:nvSpPr>
        <dsp:cNvPr id="0" name=""/>
        <dsp:cNvSpPr/>
      </dsp:nvSpPr>
      <dsp:spPr>
        <a:xfrm>
          <a:off x="6833251" y="637409"/>
          <a:ext cx="1849914" cy="11099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0647" tIns="95150" rIns="90647" bIns="9515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Reconstruction Method in NeocortexAPI</a:t>
          </a:r>
          <a:endParaRPr lang="en-US" sz="1600" kern="1200"/>
        </a:p>
      </dsp:txBody>
      <dsp:txXfrm>
        <a:off x="6833251" y="637409"/>
        <a:ext cx="1849914" cy="1109948"/>
      </dsp:txXfrm>
    </dsp:sp>
    <dsp:sp modelId="{5329199E-E97B-4632-8D5C-4A7703EE51BF}">
      <dsp:nvSpPr>
        <dsp:cNvPr id="0" name=""/>
        <dsp:cNvSpPr/>
      </dsp:nvSpPr>
      <dsp:spPr>
        <a:xfrm>
          <a:off x="932024" y="1745557"/>
          <a:ext cx="9101578" cy="394880"/>
        </a:xfrm>
        <a:custGeom>
          <a:avLst/>
          <a:gdLst/>
          <a:ahLst/>
          <a:cxnLst/>
          <a:rect l="0" t="0" r="0" b="0"/>
          <a:pathLst>
            <a:path>
              <a:moveTo>
                <a:pt x="9101578" y="0"/>
              </a:moveTo>
              <a:lnTo>
                <a:pt x="9101578" y="214540"/>
              </a:lnTo>
              <a:lnTo>
                <a:pt x="0" y="214540"/>
              </a:lnTo>
              <a:lnTo>
                <a:pt x="0" y="39488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55026" y="1940870"/>
        <a:ext cx="455575" cy="4254"/>
      </dsp:txXfrm>
    </dsp:sp>
    <dsp:sp modelId="{F1191CAB-CF09-4677-8966-465CDA8DE9C4}">
      <dsp:nvSpPr>
        <dsp:cNvPr id="0" name=""/>
        <dsp:cNvSpPr/>
      </dsp:nvSpPr>
      <dsp:spPr>
        <a:xfrm>
          <a:off x="9108646" y="637409"/>
          <a:ext cx="1849914" cy="11099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0647" tIns="95150" rIns="90647" bIns="9515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baseline="0" dirty="0"/>
            <a:t>Graphical representation of Draw Heatmap Function </a:t>
          </a:r>
          <a:endParaRPr lang="en-US" sz="1600" kern="1200" dirty="0"/>
        </a:p>
      </dsp:txBody>
      <dsp:txXfrm>
        <a:off x="9108646" y="637409"/>
        <a:ext cx="1849914" cy="1109948"/>
      </dsp:txXfrm>
    </dsp:sp>
    <dsp:sp modelId="{E402ADC0-06BB-40D1-BC52-599EF0B5673C}">
      <dsp:nvSpPr>
        <dsp:cNvPr id="0" name=""/>
        <dsp:cNvSpPr/>
      </dsp:nvSpPr>
      <dsp:spPr>
        <a:xfrm>
          <a:off x="1855181" y="2682092"/>
          <a:ext cx="39488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488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41985" y="2725685"/>
        <a:ext cx="21274" cy="4254"/>
      </dsp:txXfrm>
    </dsp:sp>
    <dsp:sp modelId="{C298368C-37BB-40E5-ABB2-D9123619FEDF}">
      <dsp:nvSpPr>
        <dsp:cNvPr id="0" name=""/>
        <dsp:cNvSpPr/>
      </dsp:nvSpPr>
      <dsp:spPr>
        <a:xfrm>
          <a:off x="7067" y="2172838"/>
          <a:ext cx="1849914" cy="11099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0647" tIns="95150" rIns="90647" bIns="9515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Visualization Technique</a:t>
          </a:r>
          <a:endParaRPr lang="en-US" sz="1600" kern="1200"/>
        </a:p>
      </dsp:txBody>
      <dsp:txXfrm>
        <a:off x="7067" y="2172838"/>
        <a:ext cx="1849914" cy="1109948"/>
      </dsp:txXfrm>
    </dsp:sp>
    <dsp:sp modelId="{3101C59C-4AB2-4658-B54D-088664699850}">
      <dsp:nvSpPr>
        <dsp:cNvPr id="0" name=""/>
        <dsp:cNvSpPr/>
      </dsp:nvSpPr>
      <dsp:spPr>
        <a:xfrm>
          <a:off x="4130576" y="2682092"/>
          <a:ext cx="39488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488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17379" y="2725685"/>
        <a:ext cx="21274" cy="4254"/>
      </dsp:txXfrm>
    </dsp:sp>
    <dsp:sp modelId="{D7892C27-8FB2-4B5B-877F-58A217E99FBC}">
      <dsp:nvSpPr>
        <dsp:cNvPr id="0" name=""/>
        <dsp:cNvSpPr/>
      </dsp:nvSpPr>
      <dsp:spPr>
        <a:xfrm>
          <a:off x="2282462" y="2172838"/>
          <a:ext cx="1849914" cy="11099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0647" tIns="95150" rIns="90647" bIns="9515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Visualization Result</a:t>
          </a:r>
          <a:endParaRPr lang="en-US" sz="1600" kern="1200"/>
        </a:p>
      </dsp:txBody>
      <dsp:txXfrm>
        <a:off x="2282462" y="2172838"/>
        <a:ext cx="1849914" cy="1109948"/>
      </dsp:txXfrm>
    </dsp:sp>
    <dsp:sp modelId="{2F2E8A9A-480A-42EE-ABBE-32860F8CC22A}">
      <dsp:nvSpPr>
        <dsp:cNvPr id="0" name=""/>
        <dsp:cNvSpPr/>
      </dsp:nvSpPr>
      <dsp:spPr>
        <a:xfrm>
          <a:off x="6405971" y="2682092"/>
          <a:ext cx="39488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488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592774" y="2725685"/>
        <a:ext cx="21274" cy="4254"/>
      </dsp:txXfrm>
    </dsp:sp>
    <dsp:sp modelId="{65ADA71C-AAB9-4C35-8453-2E600CD52D7A}">
      <dsp:nvSpPr>
        <dsp:cNvPr id="0" name=""/>
        <dsp:cNvSpPr/>
      </dsp:nvSpPr>
      <dsp:spPr>
        <a:xfrm>
          <a:off x="4557856" y="2172838"/>
          <a:ext cx="1849914" cy="11099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0647" tIns="95150" rIns="90647" bIns="9515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Validation of Result</a:t>
          </a:r>
          <a:endParaRPr lang="en-US" sz="1600" kern="1200"/>
        </a:p>
      </dsp:txBody>
      <dsp:txXfrm>
        <a:off x="4557856" y="2172838"/>
        <a:ext cx="1849914" cy="1109948"/>
      </dsp:txXfrm>
    </dsp:sp>
    <dsp:sp modelId="{0589EB94-80CD-45C3-AC8E-2C40D60D2E76}">
      <dsp:nvSpPr>
        <dsp:cNvPr id="0" name=""/>
        <dsp:cNvSpPr/>
      </dsp:nvSpPr>
      <dsp:spPr>
        <a:xfrm>
          <a:off x="8681365" y="2682092"/>
          <a:ext cx="39488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488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68168" y="2725685"/>
        <a:ext cx="21274" cy="4254"/>
      </dsp:txXfrm>
    </dsp:sp>
    <dsp:sp modelId="{2A984069-623C-477D-B562-E446CF097E38}">
      <dsp:nvSpPr>
        <dsp:cNvPr id="0" name=""/>
        <dsp:cNvSpPr/>
      </dsp:nvSpPr>
      <dsp:spPr>
        <a:xfrm>
          <a:off x="6833251" y="2172838"/>
          <a:ext cx="1849914" cy="11099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0647" tIns="95150" rIns="90647" bIns="9515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Similarity for Image Inputs</a:t>
          </a:r>
          <a:endParaRPr lang="en-US" sz="1600" kern="1200"/>
        </a:p>
      </dsp:txBody>
      <dsp:txXfrm>
        <a:off x="6833251" y="2172838"/>
        <a:ext cx="1849914" cy="1109948"/>
      </dsp:txXfrm>
    </dsp:sp>
    <dsp:sp modelId="{84524908-4F88-4B78-9094-4554B2BA5045}">
      <dsp:nvSpPr>
        <dsp:cNvPr id="0" name=""/>
        <dsp:cNvSpPr/>
      </dsp:nvSpPr>
      <dsp:spPr>
        <a:xfrm>
          <a:off x="9108646" y="2172838"/>
          <a:ext cx="1849914" cy="11099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0647" tIns="95150" rIns="90647" bIns="9515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Conclusion</a:t>
          </a:r>
          <a:endParaRPr lang="en-US" sz="1600" kern="1200"/>
        </a:p>
      </dsp:txBody>
      <dsp:txXfrm>
        <a:off x="9108646" y="2172838"/>
        <a:ext cx="1849914" cy="1109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32CBC7-760A-4820-AB2E-980DDC8CA6D3}">
      <dsp:nvSpPr>
        <dsp:cNvPr id="0" name=""/>
        <dsp:cNvSpPr/>
      </dsp:nvSpPr>
      <dsp:spPr>
        <a:xfrm>
          <a:off x="1346125" y="10904"/>
          <a:ext cx="983146" cy="983146"/>
        </a:xfrm>
        <a:prstGeom prst="ellipse">
          <a:avLst/>
        </a:prstGeom>
        <a:gradFill rotWithShape="0">
          <a:gsLst>
            <a:gs pos="100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F9CBE4-7B3F-42AD-89F1-9A8D6A2C97F1}">
      <dsp:nvSpPr>
        <dsp:cNvPr id="0" name=""/>
        <dsp:cNvSpPr/>
      </dsp:nvSpPr>
      <dsp:spPr>
        <a:xfrm>
          <a:off x="1552586" y="217365"/>
          <a:ext cx="570225" cy="5702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7FB15B-4E23-4897-BEF6-D7EC50292B3E}">
      <dsp:nvSpPr>
        <dsp:cNvPr id="0" name=""/>
        <dsp:cNvSpPr/>
      </dsp:nvSpPr>
      <dsp:spPr>
        <a:xfrm>
          <a:off x="2440332" y="10904"/>
          <a:ext cx="3010719" cy="983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Develop an improved visualization approach for tracking permanence value dynamics in the HTM Spatial Pooler.</a:t>
          </a:r>
        </a:p>
      </dsp:txBody>
      <dsp:txXfrm>
        <a:off x="2440332" y="10904"/>
        <a:ext cx="3010719" cy="983146"/>
      </dsp:txXfrm>
    </dsp:sp>
    <dsp:sp modelId="{DB0D97DB-39C8-436F-85A8-4749AB91C655}">
      <dsp:nvSpPr>
        <dsp:cNvPr id="0" name=""/>
        <dsp:cNvSpPr/>
      </dsp:nvSpPr>
      <dsp:spPr>
        <a:xfrm>
          <a:off x="5607808" y="10904"/>
          <a:ext cx="983146" cy="983146"/>
        </a:xfrm>
        <a:prstGeom prst="ellipse">
          <a:avLst/>
        </a:prstGeom>
        <a:gradFill rotWithShape="0">
          <a:gsLst>
            <a:gs pos="100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A9B38C-B3DF-40D3-B1BE-FDA44A09A62E}">
      <dsp:nvSpPr>
        <dsp:cNvPr id="0" name=""/>
        <dsp:cNvSpPr/>
      </dsp:nvSpPr>
      <dsp:spPr>
        <a:xfrm>
          <a:off x="5814269" y="217365"/>
          <a:ext cx="570225" cy="5702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4884BF-6302-4092-BCCF-E83A170875CD}">
      <dsp:nvSpPr>
        <dsp:cNvPr id="0" name=""/>
        <dsp:cNvSpPr/>
      </dsp:nvSpPr>
      <dsp:spPr>
        <a:xfrm>
          <a:off x="6736776" y="10904"/>
          <a:ext cx="3002933" cy="983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Enhance interpretability and optimization of HTM models.</a:t>
          </a:r>
        </a:p>
      </dsp:txBody>
      <dsp:txXfrm>
        <a:off x="6736776" y="10904"/>
        <a:ext cx="3002933" cy="983146"/>
      </dsp:txXfrm>
    </dsp:sp>
    <dsp:sp modelId="{83982BC3-4403-4659-8EE6-E95323C43B11}">
      <dsp:nvSpPr>
        <dsp:cNvPr id="0" name=""/>
        <dsp:cNvSpPr/>
      </dsp:nvSpPr>
      <dsp:spPr>
        <a:xfrm>
          <a:off x="1346125" y="1759373"/>
          <a:ext cx="983146" cy="983146"/>
        </a:xfrm>
        <a:prstGeom prst="ellipse">
          <a:avLst/>
        </a:prstGeom>
        <a:gradFill rotWithShape="0">
          <a:gsLst>
            <a:gs pos="100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93AD07-A673-46C8-994D-575FC8E2E6DF}">
      <dsp:nvSpPr>
        <dsp:cNvPr id="0" name=""/>
        <dsp:cNvSpPr/>
      </dsp:nvSpPr>
      <dsp:spPr>
        <a:xfrm>
          <a:off x="1552586" y="1965834"/>
          <a:ext cx="570225" cy="5702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F2A6ED-7B58-42F8-BD7B-3AF2597FFC26}">
      <dsp:nvSpPr>
        <dsp:cNvPr id="0" name=""/>
        <dsp:cNvSpPr/>
      </dsp:nvSpPr>
      <dsp:spPr>
        <a:xfrm>
          <a:off x="2539947" y="1759373"/>
          <a:ext cx="2317417" cy="983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Use Neocortex API’s Reconstruct method to track permanence changes over time.</a:t>
          </a:r>
        </a:p>
      </dsp:txBody>
      <dsp:txXfrm>
        <a:off x="2539947" y="1759373"/>
        <a:ext cx="2317417" cy="983146"/>
      </dsp:txXfrm>
    </dsp:sp>
    <dsp:sp modelId="{14D53EC7-53D6-447C-903F-8C098680D690}">
      <dsp:nvSpPr>
        <dsp:cNvPr id="0" name=""/>
        <dsp:cNvSpPr/>
      </dsp:nvSpPr>
      <dsp:spPr>
        <a:xfrm>
          <a:off x="5569767" y="1741224"/>
          <a:ext cx="983146" cy="983146"/>
        </a:xfrm>
        <a:prstGeom prst="ellipse">
          <a:avLst/>
        </a:prstGeom>
        <a:gradFill rotWithShape="0">
          <a:gsLst>
            <a:gs pos="100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58F4E6-533A-404B-A860-C041BE38877C}">
      <dsp:nvSpPr>
        <dsp:cNvPr id="0" name=""/>
        <dsp:cNvSpPr/>
      </dsp:nvSpPr>
      <dsp:spPr>
        <a:xfrm>
          <a:off x="5803452" y="1929533"/>
          <a:ext cx="570225" cy="5702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9E2221-8305-4792-B4C9-7FC6B655287A}">
      <dsp:nvSpPr>
        <dsp:cNvPr id="0" name=""/>
        <dsp:cNvSpPr/>
      </dsp:nvSpPr>
      <dsp:spPr>
        <a:xfrm>
          <a:off x="6718214" y="1713991"/>
          <a:ext cx="2317417" cy="983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Apply advanced visualization techniques to represent permanence distributions.</a:t>
          </a:r>
        </a:p>
      </dsp:txBody>
      <dsp:txXfrm>
        <a:off x="6718214" y="1713991"/>
        <a:ext cx="2317417" cy="983146"/>
      </dsp:txXfrm>
    </dsp:sp>
    <dsp:sp modelId="{40336113-5E87-4D7C-A215-745953909459}">
      <dsp:nvSpPr>
        <dsp:cNvPr id="0" name=""/>
        <dsp:cNvSpPr/>
      </dsp:nvSpPr>
      <dsp:spPr>
        <a:xfrm>
          <a:off x="1346125" y="3507842"/>
          <a:ext cx="983146" cy="983146"/>
        </a:xfrm>
        <a:prstGeom prst="ellipse">
          <a:avLst/>
        </a:prstGeom>
        <a:gradFill rotWithShape="0">
          <a:gsLst>
            <a:gs pos="100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FE5C05-8624-41D6-9531-E316090AB0C7}">
      <dsp:nvSpPr>
        <dsp:cNvPr id="0" name=""/>
        <dsp:cNvSpPr/>
      </dsp:nvSpPr>
      <dsp:spPr>
        <a:xfrm>
          <a:off x="1552586" y="3714303"/>
          <a:ext cx="570225" cy="57022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C15265-3621-43D4-9BC3-D84EFA4A99E8}">
      <dsp:nvSpPr>
        <dsp:cNvPr id="0" name=""/>
        <dsp:cNvSpPr/>
      </dsp:nvSpPr>
      <dsp:spPr>
        <a:xfrm>
          <a:off x="2539947" y="3507842"/>
          <a:ext cx="2317417" cy="983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Extend the approach to image data for evaluating its role in visual pattern recognition &amp; reconstruction.</a:t>
          </a:r>
        </a:p>
      </dsp:txBody>
      <dsp:txXfrm>
        <a:off x="2539947" y="3507842"/>
        <a:ext cx="2317417" cy="983146"/>
      </dsp:txXfrm>
    </dsp:sp>
    <dsp:sp modelId="{90EDCCF5-5438-496F-A504-2A3D6EF0A76E}">
      <dsp:nvSpPr>
        <dsp:cNvPr id="0" name=""/>
        <dsp:cNvSpPr/>
      </dsp:nvSpPr>
      <dsp:spPr>
        <a:xfrm>
          <a:off x="5542534" y="3507842"/>
          <a:ext cx="983146" cy="983146"/>
        </a:xfrm>
        <a:prstGeom prst="ellipse">
          <a:avLst/>
        </a:prstGeom>
        <a:gradFill rotWithShape="0">
          <a:gsLst>
            <a:gs pos="100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DA4056-9AFB-4392-9236-C7DB0E1AC5C2}">
      <dsp:nvSpPr>
        <dsp:cNvPr id="0" name=""/>
        <dsp:cNvSpPr/>
      </dsp:nvSpPr>
      <dsp:spPr>
        <a:xfrm>
          <a:off x="5758068" y="3687075"/>
          <a:ext cx="570225" cy="57022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4381B3-886E-4094-9649-F0ED0A4F559D}">
      <dsp:nvSpPr>
        <dsp:cNvPr id="0" name=""/>
        <dsp:cNvSpPr/>
      </dsp:nvSpPr>
      <dsp:spPr>
        <a:xfrm>
          <a:off x="6726626" y="3518747"/>
          <a:ext cx="2317417" cy="983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Provide better insights into learning dynamics and synaptic stability in HTM networks.</a:t>
          </a:r>
        </a:p>
      </dsp:txBody>
      <dsp:txXfrm>
        <a:off x="6726626" y="3518747"/>
        <a:ext cx="2317417" cy="9831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31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31C67-4E58-C3FF-3697-71A5100B0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46743-31C1-FBC2-9BA5-BCAB16686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ABFB97-318B-971E-7BEC-C226AF1B1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67881-FA68-12EF-A070-60C61129F6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676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13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150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DD135-48E7-D09B-B7F2-C9D2664CE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67F85-584C-D1DF-0411-78E9FCC4F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C4204A-DB54-451B-C70C-443B5B60C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890BA-DCA6-6861-4468-E2DA61950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140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3874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427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8CAD4-8657-4DC6-7ED4-6CDFD0B06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2D0613-B039-C200-B5FE-A3A9C2FAC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941B92-999A-A9C4-AF1F-F22F69EE1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B96A3-D295-604A-3C62-E11898BEF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860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9" y="1404799"/>
            <a:ext cx="5925671" cy="923137"/>
          </a:xfrm>
        </p:spPr>
        <p:txBody>
          <a:bodyPr anchor="b">
            <a:normAutofit/>
          </a:bodyPr>
          <a:lstStyle/>
          <a:p>
            <a:pPr algn="ctr"/>
            <a:r>
              <a:rPr lang="en-US" sz="2400" b="1" spc="0" dirty="0">
                <a:latin typeface="Nato"/>
              </a:rPr>
              <a:t>ML 24/25 </a:t>
            </a:r>
            <a:r>
              <a:rPr lang="en-US" sz="2400" b="1" spc="0" dirty="0">
                <a:latin typeface="Nato"/>
                <a:cs typeface="Times New Roman" panose="02020603050405020304" pitchFamily="18" charset="0"/>
              </a:rPr>
              <a:t>Implement the visualization of permanence value</a:t>
            </a:r>
          </a:p>
        </p:txBody>
      </p:sp>
      <p:pic>
        <p:nvPicPr>
          <p:cNvPr id="4" name="Picture Placeholder 7" descr="Close up of pages of an open book in a bright studio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41" r="539" b="-1"/>
          <a:stretch/>
        </p:blipFill>
        <p:spPr>
          <a:xfrm>
            <a:off x="0" y="0"/>
            <a:ext cx="6115050" cy="6857990"/>
          </a:xfrm>
          <a:noFill/>
        </p:spPr>
      </p:pic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A36558A1-137D-800D-DC6B-42A9DE594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4922" y="2755215"/>
            <a:ext cx="5503023" cy="3295962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2400" b="1" dirty="0">
                <a:latin typeface="Nato"/>
              </a:rPr>
              <a:t>Submitted by:</a:t>
            </a:r>
          </a:p>
          <a:p>
            <a:pPr algn="ctr"/>
            <a:endParaRPr lang="en-US" sz="100" b="1" dirty="0">
              <a:latin typeface="Nato"/>
            </a:endParaRPr>
          </a:p>
          <a:p>
            <a:pPr algn="ctr">
              <a:lnSpc>
                <a:spcPct val="110000"/>
              </a:lnSpc>
            </a:pPr>
            <a:r>
              <a:rPr lang="en-US" sz="1400" b="1" spc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Md Mushfiqul Islam</a:t>
            </a:r>
            <a:br>
              <a:rPr lang="en-US" sz="1400" b="1" spc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400" spc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1438422</a:t>
            </a:r>
            <a:endParaRPr lang="en-US" sz="1400" spc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en-US" sz="1400" b="1" spc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Proloy Sen</a:t>
            </a:r>
            <a:br>
              <a:rPr lang="en-US" sz="1400" b="1" spc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400" b="1" spc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400" spc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1517624</a:t>
            </a:r>
          </a:p>
          <a:p>
            <a:pPr algn="ctr">
              <a:lnSpc>
                <a:spcPct val="110000"/>
              </a:lnSpc>
            </a:pPr>
            <a:r>
              <a:rPr lang="en-US" sz="1400" b="1" spc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Rezoyana Islam Bonna</a:t>
            </a:r>
            <a:br>
              <a:rPr lang="en-US" sz="1400" b="1" spc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1400" b="1" spc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400" spc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1502329</a:t>
            </a:r>
          </a:p>
          <a:p>
            <a:pPr algn="ctr">
              <a:lnSpc>
                <a:spcPct val="110000"/>
              </a:lnSpc>
            </a:pPr>
            <a:endParaRPr lang="en-US" sz="800" b="1" spc="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ctr"/>
            <a:r>
              <a:rPr lang="en-US" sz="9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Master of Engineering</a:t>
            </a:r>
            <a:br>
              <a:rPr lang="en-US" sz="9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</a:br>
            <a:r>
              <a:rPr lang="en-US" sz="9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Information Technology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B75D95-EEFE-08B5-DA7F-FDDBDDCCDB17}"/>
              </a:ext>
            </a:extLst>
          </p:cNvPr>
          <p:cNvSpPr txBox="1"/>
          <p:nvPr/>
        </p:nvSpPr>
        <p:spPr>
          <a:xfrm>
            <a:off x="1097586" y="2045359"/>
            <a:ext cx="351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9367BB1-A974-5A1B-5511-E9870444DA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53600" y="129146"/>
            <a:ext cx="2224217" cy="92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D706-11EF-C258-EBD5-C4EEFEA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9271"/>
            <a:ext cx="10515600" cy="1061741"/>
          </a:xfrm>
        </p:spPr>
        <p:txBody>
          <a:bodyPr anchor="ctr">
            <a:normAutofit/>
          </a:bodyPr>
          <a:lstStyle/>
          <a:p>
            <a:r>
              <a:rPr lang="en-US" b="1" dirty="0">
                <a:latin typeface="Nato"/>
                <a:cs typeface="Times New Roman" panose="02020603050405020304" pitchFamily="18" charset="0"/>
              </a:rPr>
              <a:t>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9F2582-405B-1ECE-F92F-55D1F20C964D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498184576"/>
              </p:ext>
            </p:extLst>
          </p:nvPr>
        </p:nvGraphicFramePr>
        <p:xfrm>
          <a:off x="743814" y="1627833"/>
          <a:ext cx="10965628" cy="39201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C41AB28-B5A9-42C2-2A4E-E919379F1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11">
            <a:extLst>
              <a:ext uri="{FF2B5EF4-FFF2-40B4-BE49-F238E27FC236}">
                <a16:creationId xmlns:a16="http://schemas.microsoft.com/office/drawing/2014/main" id="{A336FEA9-C85A-3569-16F0-5ECBABBE0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860" y="192089"/>
            <a:ext cx="10515600" cy="1088967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b="1" kern="1200" cap="all" spc="300" baseline="0" dirty="0">
                <a:latin typeface="Nato"/>
              </a:rPr>
              <a:t>Objective</a:t>
            </a:r>
          </a:p>
        </p:txBody>
      </p:sp>
      <p:graphicFrame>
        <p:nvGraphicFramePr>
          <p:cNvPr id="21" name="TextBox 2">
            <a:extLst>
              <a:ext uri="{FF2B5EF4-FFF2-40B4-BE49-F238E27FC236}">
                <a16:creationId xmlns:a16="http://schemas.microsoft.com/office/drawing/2014/main" id="{F87C0852-C0B7-D514-1EC5-12958DD94F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3155732"/>
              </p:ext>
            </p:extLst>
          </p:nvPr>
        </p:nvGraphicFramePr>
        <p:xfrm>
          <a:off x="838199" y="1454727"/>
          <a:ext cx="10807931" cy="45018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8A3F9A1F-F4F5-E7F9-59C2-B3850841C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936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38707-D98C-5BE1-2B06-9638EB296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CCC427-5F35-6BF4-E1A3-137CC7375B11}"/>
              </a:ext>
            </a:extLst>
          </p:cNvPr>
          <p:cNvSpPr txBox="1"/>
          <p:nvPr/>
        </p:nvSpPr>
        <p:spPr>
          <a:xfrm>
            <a:off x="727247" y="1316727"/>
            <a:ext cx="1108513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dirty="0">
                <a:latin typeface="Calibri (body)"/>
                <a:cs typeface="Times New Roman" panose="02020603050405020304" pitchFamily="18" charset="0"/>
              </a:rPr>
              <a:t>Hierarchical Temporal Memory (HTM) is inspired by the human neocortex and specializes in recognizing temporal patterns using Sparse Distributed Representations (SDRs).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latin typeface="Calibri (body)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dirty="0">
                <a:latin typeface="Calibri (body)"/>
                <a:cs typeface="Times New Roman" panose="02020603050405020304" pitchFamily="18" charset="0"/>
              </a:rPr>
              <a:t>The Spatial Pooler (SP) converts raw input data into SDRs, mimicking the brain’s encoding mechanism for efficient pattern recognition &amp; storage.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latin typeface="Calibri (body)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dirty="0">
                <a:latin typeface="Calibri (body)"/>
                <a:cs typeface="Times New Roman" panose="02020603050405020304" pitchFamily="18" charset="0"/>
              </a:rPr>
              <a:t>Our research focuses on the Spatial Pooler and Neocortex API’s Reconstruct() function, analyzing their role in accurate input reconstruction and permanence evolution visualization.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latin typeface="Calibri (body)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dirty="0">
                <a:latin typeface="Calibri (body)"/>
                <a:cs typeface="Times New Roman" panose="02020603050405020304" pitchFamily="18" charset="0"/>
              </a:rPr>
              <a:t>Permanence values determine synaptic stability and evolve with learning—visualizing them enhances our understanding of the HTM model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latin typeface="Calibri (body)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bri (body)"/>
                <a:cs typeface="Times New Roman" panose="02020603050405020304" pitchFamily="18" charset="0"/>
              </a:rPr>
              <a:t>We explore two permanence representations: 1.Numerical inputs      2. Image data inputs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Calibri (body)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bri (body)"/>
                <a:cs typeface="Times New Roman" panose="02020603050405020304" pitchFamily="18" charset="0"/>
              </a:rPr>
              <a:t>These visualizations provide deeper insights into learning dynamics and encoded representations in HTM.</a:t>
            </a:r>
          </a:p>
          <a:p>
            <a:r>
              <a:rPr lang="en-US" dirty="0">
                <a:latin typeface="Calibri (body)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CB78FC-3C02-B5A7-7771-5C34D29DE489}"/>
              </a:ext>
            </a:extLst>
          </p:cNvPr>
          <p:cNvSpPr txBox="1"/>
          <p:nvPr/>
        </p:nvSpPr>
        <p:spPr>
          <a:xfrm>
            <a:off x="3048000" y="4321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Nato"/>
              </a:rPr>
              <a:t>INTRODUCTION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7021E-B69C-B958-4811-6DFD6A2E4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840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8139"/>
            <a:ext cx="10515600" cy="687863"/>
          </a:xfrm>
        </p:spPr>
        <p:txBody>
          <a:bodyPr anchor="ctr">
            <a:normAutofit/>
          </a:bodyPr>
          <a:lstStyle/>
          <a:p>
            <a:r>
              <a:rPr lang="en-US" b="1" dirty="0">
                <a:latin typeface="Nato"/>
              </a:rPr>
              <a:t>Methodology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32C8CAB7-C19E-C9BB-6792-892EFC5E7C3E}"/>
              </a:ext>
            </a:extLst>
          </p:cNvPr>
          <p:cNvSpPr>
            <a:spLocks noGrp="1" noChangeArrowheads="1"/>
          </p:cNvSpPr>
          <p:nvPr>
            <p:ph sz="quarter" idx="16"/>
          </p:nvPr>
        </p:nvSpPr>
        <p:spPr bwMode="auto">
          <a:xfrm>
            <a:off x="6492290" y="1372473"/>
            <a:ext cx="5271809" cy="4113054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Input Data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→ Encoded into a </a:t>
            </a:r>
            <a:r>
              <a:rPr lang="en-US" altLang="en-US" sz="1700" dirty="0"/>
              <a:t>binarized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form.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Spatial Pooling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→ Creates SDRs by detecting patterns.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Reconstruction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→ Converts SDRs back to approximate input.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Result Visualization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→ Displays the reconstructed data.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AA2678-D2AD-6101-2A00-2289475AE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49F746-2A25-4560-B739-A039266A4B09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299" y="1505220"/>
            <a:ext cx="4750413" cy="41132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3159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1"/>
            <a:ext cx="10515600" cy="554038"/>
          </a:xfrm>
        </p:spPr>
        <p:txBody>
          <a:bodyPr anchor="ctr">
            <a:normAutofit/>
          </a:bodyPr>
          <a:lstStyle/>
          <a:p>
            <a:r>
              <a:rPr lang="en-US" b="1" dirty="0">
                <a:latin typeface="Nato"/>
              </a:rPr>
              <a:t>Reconstruction Method in Neocortex API</a:t>
            </a:r>
            <a:endParaRPr lang="en-US" dirty="0">
              <a:latin typeface="Nato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794EA43-6E67-D022-9E5D-98FA09CB3850}"/>
              </a:ext>
            </a:extLst>
          </p:cNvPr>
          <p:cNvSpPr>
            <a:spLocks noGrp="1" noChangeArrowheads="1"/>
          </p:cNvSpPr>
          <p:nvPr>
            <p:ph sz="quarter" idx="16"/>
          </p:nvPr>
        </p:nvSpPr>
        <p:spPr bwMode="auto">
          <a:xfrm>
            <a:off x="6219465" y="1813619"/>
            <a:ext cx="5134335" cy="3883341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1. Start Reconstruction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→ Check if active mini-columns are null.</a:t>
            </a:r>
          </a:p>
          <a:p>
            <a:pPr marL="7429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If Yes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→ Throw exception and end.</a:t>
            </a:r>
          </a:p>
          <a:p>
            <a:pPr marL="7429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If No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→ Initialize dictionary and iterate columns.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2. Check for Synapses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marL="7429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Found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→ Update permanence.</a:t>
            </a:r>
          </a:p>
          <a:p>
            <a:pPr marL="7429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Not found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→ Add to dictionary.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3. Update Synapse Permanence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→ Adjust and loop if needed.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4. Return Permanence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→ End process.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0227B8-A24C-8C29-034A-D7700B887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31430B80-C038-54A2-4127-510D1B40F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22" y="1332348"/>
            <a:ext cx="4892960" cy="436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54F97-70AD-1458-747F-95B85E098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9345" y="239932"/>
            <a:ext cx="8314765" cy="657066"/>
          </a:xfrm>
        </p:spPr>
        <p:txBody>
          <a:bodyPr anchor="ctr">
            <a:normAutofit/>
          </a:bodyPr>
          <a:lstStyle/>
          <a:p>
            <a:r>
              <a:rPr lang="en-US" b="1" u="none" strike="noStrike" baseline="0" dirty="0">
                <a:solidFill>
                  <a:srgbClr val="000000"/>
                </a:solidFill>
                <a:latin typeface="Nato"/>
              </a:rPr>
              <a:t>Draw Heatmap Function </a:t>
            </a:r>
            <a:endParaRPr lang="en-US" b="1" dirty="0">
              <a:latin typeface="Nato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805E8BB-BFB3-C931-9285-7F607532DA4C}"/>
              </a:ext>
            </a:extLst>
          </p:cNvPr>
          <p:cNvSpPr>
            <a:spLocks noGrp="1" noChangeArrowheads="1"/>
          </p:cNvSpPr>
          <p:nvPr>
            <p:ph sz="quarter" idx="14"/>
          </p:nvPr>
        </p:nvSpPr>
        <p:spPr bwMode="auto">
          <a:xfrm>
            <a:off x="5679141" y="1226304"/>
            <a:ext cx="6122895" cy="4855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cs typeface="Times New Roman" panose="02020603050405020304" pitchFamily="18" charset="0"/>
              </a:rPr>
              <a:t>Start: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cs typeface="Times New Roman" panose="02020603050405020304" pitchFamily="18" charset="0"/>
              </a:rPr>
              <a:t> Process begins.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cs typeface="Times New Roman" panose="02020603050405020304" pitchFamily="18" charset="0"/>
              </a:rPr>
              <a:t>Max Length &amp; Height Calculation: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cs typeface="Times New Roman" panose="02020603050405020304" pitchFamily="18" charset="0"/>
              </a:rPr>
              <a:t>Determines size constraints.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cs typeface="Times New Roman" panose="02020603050405020304" pitchFamily="18" charset="0"/>
              </a:rPr>
              <a:t>Checking Dimensions (Decision Point):</a:t>
            </a:r>
          </a:p>
          <a:p>
            <a:pPr marL="7429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cs typeface="Times New Roman" panose="02020603050405020304" pitchFamily="18" charset="0"/>
              </a:rPr>
              <a:t>Yes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cs typeface="Times New Roman" panose="02020603050405020304" pitchFamily="18" charset="0"/>
              </a:rPr>
              <a:t> → Create Bitmap → Erase Background.</a:t>
            </a:r>
          </a:p>
          <a:p>
            <a:pPr marL="7429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cs typeface="Times New Roman" panose="02020603050405020304" pitchFamily="18" charset="0"/>
              </a:rPr>
              <a:t>No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cs typeface="Times New Roman" panose="02020603050405020304" pitchFamily="18" charset="0"/>
              </a:rPr>
              <a:t>→ Trigger exception handling.</a:t>
            </a:r>
          </a:p>
          <a:p>
            <a:pPr marL="971550" lvl="3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cs typeface="Times New Roman" panose="02020603050405020304" pitchFamily="18" charset="0"/>
              </a:rPr>
              <a:t>Exception Handling: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cs typeface="Times New Roman" panose="02020603050405020304" pitchFamily="18" charset="0"/>
              </a:rPr>
              <a:t>If dimensions are invalid, exit process.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cs typeface="Times New Roman" panose="02020603050405020304" pitchFamily="18" charset="0"/>
              </a:rPr>
              <a:t>Generate Title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cs typeface="Times New Roman" panose="02020603050405020304" pitchFamily="18" charset="0"/>
              </a:rPr>
              <a:t>→ Add labels/titles.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cs typeface="Times New Roman" panose="02020603050405020304" pitchFamily="18" charset="0"/>
              </a:rPr>
              <a:t>Calculate Scale Factor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cs typeface="Times New Roman" panose="02020603050405020304" pitchFamily="18" charset="0"/>
              </a:rPr>
              <a:t>→ Adjust size.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cs typeface="Times New Roman" panose="02020603050405020304" pitchFamily="18" charset="0"/>
              </a:rPr>
              <a:t>Draw Heatmap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cs typeface="Times New Roman" panose="02020603050405020304" pitchFamily="18" charset="0"/>
              </a:rPr>
              <a:t>→ Visualize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cs typeface="Times New Roman" panose="02020603050405020304" pitchFamily="18" charset="0"/>
              </a:rPr>
              <a:t>Draw Normalized Representation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cs typeface="Times New Roman" panose="02020603050405020304" pitchFamily="18" charset="0"/>
              </a:rPr>
              <a:t>→ Final processing.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cs typeface="Times New Roman" panose="02020603050405020304" pitchFamily="18" charset="0"/>
              </a:rPr>
              <a:t>Draw Encoded Values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cs typeface="Times New Roman" panose="02020603050405020304" pitchFamily="18" charset="0"/>
              </a:rPr>
              <a:t>→ Add encoded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cs typeface="Times New Roman" panose="02020603050405020304" pitchFamily="18" charset="0"/>
              </a:rPr>
              <a:t>Save Image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cs typeface="Times New Roman" panose="02020603050405020304" pitchFamily="18" charset="0"/>
              </a:rPr>
              <a:t>→ Store final output.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  <a:cs typeface="Times New Roman" panose="02020603050405020304" pitchFamily="18" charset="0"/>
              </a:rPr>
              <a:t>End.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  <a:cs typeface="Times New Roman" panose="02020603050405020304" pitchFamily="18" charset="0"/>
            </a:endParaRP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AF4DE4E3-40C4-F2CF-E154-C3C2B60284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63" y="1145073"/>
            <a:ext cx="4854389" cy="457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765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FCABE-3A72-42B2-2E3F-B9EF36A78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FC7AE-6127-3604-C7AD-E89B531A1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8677"/>
            <a:ext cx="10515599" cy="859725"/>
          </a:xfrm>
        </p:spPr>
        <p:txBody>
          <a:bodyPr anchor="ctr">
            <a:normAutofit/>
          </a:bodyPr>
          <a:lstStyle/>
          <a:p>
            <a:r>
              <a:rPr lang="en-US" sz="2800" b="1" dirty="0">
                <a:latin typeface="Nato"/>
                <a:cs typeface="Times New Roman" panose="02020603050405020304" pitchFamily="18" charset="0"/>
              </a:rPr>
              <a:t>Visualization Technique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C294A-C0C1-F54F-1F79-D311FAD9606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68345" y="1373956"/>
            <a:ext cx="8916949" cy="4110087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lvl="1" indent="-342900">
              <a:buClrTx/>
            </a:pPr>
            <a:endParaRPr lang="en-US" dirty="0">
              <a:latin typeface="Calibri (body)"/>
              <a:cs typeface="Times New Roman" panose="02020603050405020304" pitchFamily="18" charset="0"/>
            </a:endParaRPr>
          </a:p>
          <a:p>
            <a:pPr marL="342900" lvl="1" indent="-342900">
              <a:buClrTx/>
            </a:pPr>
            <a:r>
              <a:rPr lang="en-US" dirty="0">
                <a:latin typeface="Calibri (body)"/>
                <a:cs typeface="Times New Roman" panose="02020603050405020304" pitchFamily="18" charset="0"/>
              </a:rPr>
              <a:t>Encoded Input Comparison</a:t>
            </a:r>
          </a:p>
          <a:p>
            <a:pPr lvl="2">
              <a:buClrTx/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  <a:cs typeface="Times New Roman" panose="02020603050405020304" pitchFamily="18" charset="0"/>
              </a:rPr>
              <a:t>Compares the original input with the reconstructed input.</a:t>
            </a:r>
          </a:p>
          <a:p>
            <a:pPr lvl="2">
              <a:buClrTx/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  <a:cs typeface="Times New Roman" panose="02020603050405020304" pitchFamily="18" charset="0"/>
              </a:rPr>
              <a:t>Assesses how accurately the HTM model retains key information.</a:t>
            </a:r>
          </a:p>
          <a:p>
            <a:pPr lvl="2">
              <a:buClrTx/>
            </a:pPr>
            <a:endParaRPr lang="en-US" dirty="0">
              <a:latin typeface="Calibri (body)"/>
              <a:cs typeface="Times New Roman" panose="02020603050405020304" pitchFamily="18" charset="0"/>
            </a:endParaRPr>
          </a:p>
          <a:p>
            <a:pPr marL="342900" lvl="1" indent="-342900">
              <a:buClrTx/>
            </a:pPr>
            <a:r>
              <a:rPr lang="en-US" dirty="0">
                <a:latin typeface="Calibri (body)"/>
                <a:cs typeface="Times New Roman" panose="02020603050405020304" pitchFamily="18" charset="0"/>
              </a:rPr>
              <a:t>Similarity Analysis</a:t>
            </a:r>
          </a:p>
          <a:p>
            <a:pPr lvl="2">
              <a:buClrTx/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  <a:cs typeface="Times New Roman" panose="02020603050405020304" pitchFamily="18" charset="0"/>
              </a:rPr>
              <a:t>Measures the correlation between input and reconstructed output.</a:t>
            </a:r>
          </a:p>
          <a:p>
            <a:pPr lvl="2">
              <a:buClrTx/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  <a:cs typeface="Times New Roman" panose="02020603050405020304" pitchFamily="18" charset="0"/>
              </a:rPr>
              <a:t>Evaluates pattern recognition efficiency and learning accuracy.</a:t>
            </a:r>
          </a:p>
        </p:txBody>
      </p:sp>
    </p:spTree>
    <p:extLst>
      <p:ext uri="{BB962C8B-B14F-4D97-AF65-F5344CB8AC3E}">
        <p14:creationId xmlns:p14="http://schemas.microsoft.com/office/powerpoint/2010/main" val="974401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521"/>
            <a:ext cx="10515599" cy="859725"/>
          </a:xfrm>
        </p:spPr>
        <p:txBody>
          <a:bodyPr anchor="ctr">
            <a:normAutofit/>
          </a:bodyPr>
          <a:lstStyle/>
          <a:p>
            <a:r>
              <a:rPr lang="en-US" sz="2800" b="1" dirty="0">
                <a:latin typeface="Nato"/>
                <a:cs typeface="Times New Roman" panose="02020603050405020304" pitchFamily="18" charset="0"/>
              </a:rPr>
              <a:t>Visualization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200070"/>
            <a:ext cx="9354671" cy="4110087"/>
          </a:xfrm>
        </p:spPr>
        <p:txBody>
          <a:bodyPr vert="horz" lIns="91440" tIns="45720" rIns="91440" bIns="45720" rtlCol="0">
            <a:normAutofit/>
          </a:bodyPr>
          <a:lstStyle/>
          <a:p>
            <a:pPr lvl="2">
              <a:buClrTx/>
            </a:pPr>
            <a:endParaRPr lang="en-US" dirty="0">
              <a:latin typeface="Calibri (body)"/>
              <a:cs typeface="Times New Roman" panose="02020603050405020304" pitchFamily="18" charset="0"/>
            </a:endParaRPr>
          </a:p>
          <a:p>
            <a:pPr lvl="1">
              <a:buClrTx/>
            </a:pPr>
            <a:r>
              <a:rPr lang="en-US" dirty="0">
                <a:latin typeface="Calibri (body)"/>
                <a:cs typeface="Times New Roman" panose="02020603050405020304" pitchFamily="18" charset="0"/>
              </a:rPr>
              <a:t>Normalization with Threshold</a:t>
            </a:r>
          </a:p>
          <a:p>
            <a:pPr lvl="2">
              <a:buClrTx/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  <a:cs typeface="Times New Roman" panose="02020603050405020304" pitchFamily="18" charset="0"/>
              </a:rPr>
              <a:t>Adjusts permanence values to a defined threshold for better interpretability.</a:t>
            </a:r>
          </a:p>
          <a:p>
            <a:pPr lvl="2">
              <a:buClrTx/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  <a:cs typeface="Times New Roman" panose="02020603050405020304" pitchFamily="18" charset="0"/>
              </a:rPr>
              <a:t>Highlights significant changes in synaptic permanence over time.</a:t>
            </a:r>
          </a:p>
          <a:p>
            <a:pPr lvl="2">
              <a:buClrTx/>
            </a:pPr>
            <a:endParaRPr lang="en-US" dirty="0">
              <a:latin typeface="Calibri (body)"/>
              <a:cs typeface="Times New Roman" panose="02020603050405020304" pitchFamily="18" charset="0"/>
            </a:endParaRPr>
          </a:p>
          <a:p>
            <a:pPr lvl="1">
              <a:buClrTx/>
            </a:pPr>
            <a:r>
              <a:rPr lang="en-US" dirty="0">
                <a:latin typeface="Calibri (body)"/>
                <a:cs typeface="Times New Roman" panose="02020603050405020304" pitchFamily="18" charset="0"/>
              </a:rPr>
              <a:t>Heatmap Representation</a:t>
            </a:r>
          </a:p>
          <a:p>
            <a:pPr lvl="2">
              <a:buClrTx/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  <a:cs typeface="Times New Roman" panose="02020603050405020304" pitchFamily="18" charset="0"/>
              </a:rPr>
              <a:t>Visualizes permanence values across different data points.</a:t>
            </a:r>
          </a:p>
          <a:p>
            <a:pPr lvl="2">
              <a:buClrTx/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  <a:cs typeface="Times New Roman" panose="02020603050405020304" pitchFamily="18" charset="0"/>
              </a:rPr>
              <a:t>Helps identify patterns and synaptic stability in the Spatial Pooler.</a:t>
            </a:r>
          </a:p>
          <a:p>
            <a:pPr lvl="2">
              <a:buClrTx/>
            </a:pPr>
            <a:endParaRPr lang="en-US" dirty="0">
              <a:latin typeface="Calibri (body)"/>
              <a:cs typeface="Times New Roman" panose="02020603050405020304" pitchFamily="18" charset="0"/>
            </a:endParaRPr>
          </a:p>
          <a:p>
            <a:pPr lvl="1">
              <a:buClrTx/>
            </a:pPr>
            <a:endParaRPr lang="en-US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22720-B89B-349E-2159-1E6FCC165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anchor="ctr">
            <a:normAutofit/>
          </a:bodyPr>
          <a:lstStyle/>
          <a:p>
            <a:r>
              <a:rPr lang="en-US" sz="2800" b="1" dirty="0">
                <a:latin typeface="Nato"/>
                <a:cs typeface="Times New Roman" panose="02020603050405020304" pitchFamily="18" charset="0"/>
              </a:rPr>
              <a:t>Comparing Original input and </a:t>
            </a:r>
            <a:br>
              <a:rPr lang="en-US" sz="2800" b="1" dirty="0">
                <a:latin typeface="Nato"/>
                <a:cs typeface="Times New Roman" panose="02020603050405020304" pitchFamily="18" charset="0"/>
              </a:rPr>
            </a:br>
            <a:r>
              <a:rPr lang="en-US" sz="2800" b="1" dirty="0">
                <a:latin typeface="Nato"/>
                <a:cs typeface="Times New Roman" panose="02020603050405020304" pitchFamily="18" charset="0"/>
              </a:rPr>
              <a:t>Reconstructed matrics</a:t>
            </a:r>
          </a:p>
        </p:txBody>
      </p:sp>
      <p:pic>
        <p:nvPicPr>
          <p:cNvPr id="8" name="Content Placeholder 7" descr="A grid of black and white squares&#10;&#10;AI-generated content may be incorrect.">
            <a:extLst>
              <a:ext uri="{FF2B5EF4-FFF2-40B4-BE49-F238E27FC236}">
                <a16:creationId xmlns:a16="http://schemas.microsoft.com/office/drawing/2014/main" id="{C521B0FA-6762-5537-E9B8-D5546F61C60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90" y="2858222"/>
            <a:ext cx="5212079" cy="1667864"/>
          </a:xfr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43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</p:pic>
      <p:pic>
        <p:nvPicPr>
          <p:cNvPr id="6" name="Content Placeholder 5" descr="A grid of black and white squares&#10;&#10;AI-generated content may be incorrect.">
            <a:extLst>
              <a:ext uri="{FF2B5EF4-FFF2-40B4-BE49-F238E27FC236}">
                <a16:creationId xmlns:a16="http://schemas.microsoft.com/office/drawing/2014/main" id="{26E00E2A-84EE-E599-97CD-2C79DC779094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248" y="2858222"/>
            <a:ext cx="5212079" cy="1667864"/>
          </a:xfr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8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ED2AF5-5C0F-7105-04BB-3541580713CB}"/>
              </a:ext>
            </a:extLst>
          </p:cNvPr>
          <p:cNvSpPr txBox="1"/>
          <p:nvPr/>
        </p:nvSpPr>
        <p:spPr>
          <a:xfrm>
            <a:off x="1989267" y="2216459"/>
            <a:ext cx="2652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Encoded Input Matrics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9BB703-0AC5-2E45-C50C-9F558BE09DD0}"/>
              </a:ext>
            </a:extLst>
          </p:cNvPr>
          <p:cNvSpPr txBox="1"/>
          <p:nvPr/>
        </p:nvSpPr>
        <p:spPr>
          <a:xfrm>
            <a:off x="7057340" y="2233192"/>
            <a:ext cx="4339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Reconstruced Input Matrics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AC1C42-4F85-3C8C-9997-50D7F037CF02}"/>
              </a:ext>
            </a:extLst>
          </p:cNvPr>
          <p:cNvSpPr/>
          <p:nvPr/>
        </p:nvSpPr>
        <p:spPr>
          <a:xfrm>
            <a:off x="8428941" y="3273005"/>
            <a:ext cx="2808316" cy="1496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5914C9-F2C1-3115-B3E6-2714D90C6548}"/>
              </a:ext>
            </a:extLst>
          </p:cNvPr>
          <p:cNvSpPr/>
          <p:nvPr/>
        </p:nvSpPr>
        <p:spPr>
          <a:xfrm>
            <a:off x="9226962" y="3489136"/>
            <a:ext cx="1837113" cy="141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6F1443-F206-2A84-2F06-F3305AD5A439}"/>
              </a:ext>
            </a:extLst>
          </p:cNvPr>
          <p:cNvSpPr/>
          <p:nvPr/>
        </p:nvSpPr>
        <p:spPr>
          <a:xfrm>
            <a:off x="9226962" y="3489136"/>
            <a:ext cx="2010295" cy="1412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67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4F07-B028-D646-A570-0C5E99C6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541" y="314343"/>
            <a:ext cx="10515600" cy="880296"/>
          </a:xfrm>
        </p:spPr>
        <p:txBody>
          <a:bodyPr anchor="ctr">
            <a:normAutofit/>
          </a:bodyPr>
          <a:lstStyle/>
          <a:p>
            <a:r>
              <a:rPr lang="en-US" sz="2800" b="1" kern="1200" dirty="0">
                <a:latin typeface="Nato"/>
                <a:cs typeface="Times New Roman" panose="02020603050405020304" pitchFamily="18" charset="0"/>
              </a:rPr>
              <a:t>Result Visualization</a:t>
            </a:r>
            <a:endParaRPr lang="en-US" sz="2800" b="1" dirty="0">
              <a:latin typeface="Nato"/>
              <a:cs typeface="Times New Roman" panose="02020603050405020304" pitchFamily="18" charset="0"/>
            </a:endParaRPr>
          </a:p>
        </p:txBody>
      </p:sp>
      <p:pic>
        <p:nvPicPr>
          <p:cNvPr id="8" name="Content Placeholder 7" descr="A green and orange squares&#10;&#10;AI-generated content may be incorrect.">
            <a:extLst>
              <a:ext uri="{FF2B5EF4-FFF2-40B4-BE49-F238E27FC236}">
                <a16:creationId xmlns:a16="http://schemas.microsoft.com/office/drawing/2014/main" id="{F966097A-CF1C-C76D-0F63-87240996546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9" r="34597" b="1"/>
          <a:stretch/>
        </p:blipFill>
        <p:spPr>
          <a:xfrm>
            <a:off x="994541" y="2459421"/>
            <a:ext cx="2712443" cy="1852603"/>
          </a:xfrm>
          <a:noFill/>
        </p:spPr>
      </p:pic>
      <p:pic>
        <p:nvPicPr>
          <p:cNvPr id="10" name="Content Placeholder 9" descr="A grid of numbers on a white background&#10;&#10;AI-generated content may be incorrect.">
            <a:extLst>
              <a:ext uri="{FF2B5EF4-FFF2-40B4-BE49-F238E27FC236}">
                <a16:creationId xmlns:a16="http://schemas.microsoft.com/office/drawing/2014/main" id="{691F52B1-C143-4ECF-0B6B-E65E3DDB9BB9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888" y="2459421"/>
            <a:ext cx="7042163" cy="1939158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7D6605-B9DD-9CDA-4DE8-A90848C29B77}"/>
              </a:ext>
            </a:extLst>
          </p:cNvPr>
          <p:cNvSpPr txBox="1"/>
          <p:nvPr/>
        </p:nvSpPr>
        <p:spPr>
          <a:xfrm>
            <a:off x="4918609" y="1194639"/>
            <a:ext cx="2354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 (body)"/>
                <a:cs typeface="Times New Roman" panose="02020603050405020304" pitchFamily="18" charset="0"/>
              </a:rPr>
              <a:t>For Numerical Input</a:t>
            </a:r>
            <a:endParaRPr lang="en-US" sz="2000" b="1" dirty="0">
              <a:latin typeface="CalCalibri (Body)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A91F44-6340-7FEB-4503-0A71B69BBFC0}"/>
              </a:ext>
            </a:extLst>
          </p:cNvPr>
          <p:cNvSpPr txBox="1"/>
          <p:nvPr/>
        </p:nvSpPr>
        <p:spPr>
          <a:xfrm>
            <a:off x="1172366" y="4429749"/>
            <a:ext cx="2249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 (body)"/>
                <a:cs typeface="Times New Roman" panose="02020603050405020304" pitchFamily="18" charset="0"/>
              </a:rPr>
              <a:t>Heatmap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39AFC1-B737-88CA-3AB0-A4ABA98A2C9E}"/>
              </a:ext>
            </a:extLst>
          </p:cNvPr>
          <p:cNvSpPr txBox="1"/>
          <p:nvPr/>
        </p:nvSpPr>
        <p:spPr>
          <a:xfrm>
            <a:off x="7483519" y="4429749"/>
            <a:ext cx="2249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 (body)"/>
                <a:cs typeface="Times New Roman" panose="02020603050405020304" pitchFamily="18" charset="0"/>
              </a:rPr>
              <a:t>Matrics</a:t>
            </a:r>
          </a:p>
        </p:txBody>
      </p:sp>
    </p:spTree>
    <p:extLst>
      <p:ext uri="{BB962C8B-B14F-4D97-AF65-F5344CB8AC3E}">
        <p14:creationId xmlns:p14="http://schemas.microsoft.com/office/powerpoint/2010/main" val="2610257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2EEAF-BB9D-F00E-CC5A-B9CECC077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2C97F-7E86-9332-D0C3-454F6076A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541" y="314343"/>
            <a:ext cx="10515600" cy="880296"/>
          </a:xfrm>
        </p:spPr>
        <p:txBody>
          <a:bodyPr anchor="ctr">
            <a:normAutofit/>
          </a:bodyPr>
          <a:lstStyle/>
          <a:p>
            <a:r>
              <a:rPr lang="en-US" sz="2800" b="1" kern="1200" dirty="0">
                <a:latin typeface="Nato"/>
                <a:cs typeface="Times New Roman" panose="02020603050405020304" pitchFamily="18" charset="0"/>
              </a:rPr>
              <a:t>Result Visualization</a:t>
            </a:r>
            <a:endParaRPr lang="en-US" sz="2800" b="1" dirty="0">
              <a:latin typeface="Nato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8ED0E1-4410-B3E6-4EC2-90FF96785B1E}"/>
              </a:ext>
            </a:extLst>
          </p:cNvPr>
          <p:cNvSpPr txBox="1"/>
          <p:nvPr/>
        </p:nvSpPr>
        <p:spPr>
          <a:xfrm>
            <a:off x="4918609" y="1144509"/>
            <a:ext cx="2354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 (body)"/>
                <a:cs typeface="Times New Roman" panose="02020603050405020304" pitchFamily="18" charset="0"/>
              </a:rPr>
              <a:t>For Image Input</a:t>
            </a:r>
            <a:endParaRPr lang="en-US" sz="2000" b="1" dirty="0">
              <a:latin typeface="CalCalibri (Body)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1569B6-2B1E-C571-7E0A-D6BD8FD70098}"/>
              </a:ext>
            </a:extLst>
          </p:cNvPr>
          <p:cNvSpPr txBox="1"/>
          <p:nvPr/>
        </p:nvSpPr>
        <p:spPr>
          <a:xfrm>
            <a:off x="1999606" y="5772380"/>
            <a:ext cx="2249214" cy="440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 (body)"/>
                <a:cs typeface="Times New Roman" panose="02020603050405020304" pitchFamily="18" charset="0"/>
              </a:rPr>
              <a:t>Heatmap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455BA8-19D3-D257-728F-1D2D141C6C92}"/>
              </a:ext>
            </a:extLst>
          </p:cNvPr>
          <p:cNvSpPr txBox="1"/>
          <p:nvPr/>
        </p:nvSpPr>
        <p:spPr>
          <a:xfrm>
            <a:off x="8505496" y="5772380"/>
            <a:ext cx="2249214" cy="440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 (body)"/>
                <a:cs typeface="Times New Roman" panose="02020603050405020304" pitchFamily="18" charset="0"/>
              </a:rPr>
              <a:t>Matrics</a:t>
            </a:r>
          </a:p>
        </p:txBody>
      </p:sp>
      <p:pic>
        <p:nvPicPr>
          <p:cNvPr id="13" name="Picture 12" descr="A number of black and white numbers&#10;&#10;AI-generated content may be incorrect.">
            <a:extLst>
              <a:ext uri="{FF2B5EF4-FFF2-40B4-BE49-F238E27FC236}">
                <a16:creationId xmlns:a16="http://schemas.microsoft.com/office/drawing/2014/main" id="{6027FF7A-3D44-8B7C-D01A-5D0F4DE54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150" y="1894600"/>
            <a:ext cx="3789497" cy="3789497"/>
          </a:xfrm>
          <a:prstGeom prst="rect">
            <a:avLst/>
          </a:prstGeom>
        </p:spPr>
      </p:pic>
      <p:pic>
        <p:nvPicPr>
          <p:cNvPr id="15" name="Picture 14" descr="A red letter g on a green background&#10;&#10;AI-generated content may be incorrect.">
            <a:extLst>
              <a:ext uri="{FF2B5EF4-FFF2-40B4-BE49-F238E27FC236}">
                <a16:creationId xmlns:a16="http://schemas.microsoft.com/office/drawing/2014/main" id="{4652EFA9-65B5-06B5-FD7C-934EB23AC5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350" y="1894599"/>
            <a:ext cx="3799726" cy="378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095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C35F5-6AEB-9FD2-D3D4-59318495C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DFA2D-D1B8-4D0A-5930-AE1862B60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5045"/>
            <a:ext cx="10515600" cy="1101445"/>
          </a:xfrm>
        </p:spPr>
        <p:txBody>
          <a:bodyPr/>
          <a:lstStyle/>
          <a:p>
            <a:r>
              <a:rPr lang="en-US" b="1" dirty="0">
                <a:latin typeface="Nato"/>
              </a:rPr>
              <a:t>Similarity Graph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445FD4-98B5-F721-3B6C-DD9A27CB65E1}"/>
              </a:ext>
            </a:extLst>
          </p:cNvPr>
          <p:cNvSpPr txBox="1"/>
          <p:nvPr/>
        </p:nvSpPr>
        <p:spPr>
          <a:xfrm>
            <a:off x="7046259" y="5591510"/>
            <a:ext cx="4401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effectLst/>
                <a:latin typeface="Nato"/>
                <a:ea typeface="SimSun" panose="02010600030101010101" pitchFamily="2" charset="-122"/>
              </a:rPr>
              <a:t>Similarity Graph for the Image Input</a:t>
            </a:r>
            <a:endParaRPr lang="en-US" dirty="0">
              <a:latin typeface="Nato"/>
            </a:endParaRPr>
          </a:p>
        </p:txBody>
      </p:sp>
      <p:pic>
        <p:nvPicPr>
          <p:cNvPr id="8" name="Content Placeholder 7" descr="A close up of a graph&#10;&#10;AI-generated content may be incorrect.">
            <a:extLst>
              <a:ext uri="{FF2B5EF4-FFF2-40B4-BE49-F238E27FC236}">
                <a16:creationId xmlns:a16="http://schemas.microsoft.com/office/drawing/2014/main" id="{1E6D5E31-CB8B-3983-DA19-84D6C6348EA3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024" y="1266490"/>
            <a:ext cx="2742142" cy="4113213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938FC2C-1FB6-4889-2BE4-D5B5052BF5B9}"/>
              </a:ext>
            </a:extLst>
          </p:cNvPr>
          <p:cNvSpPr txBox="1"/>
          <p:nvPr/>
        </p:nvSpPr>
        <p:spPr>
          <a:xfrm>
            <a:off x="1113744" y="5598008"/>
            <a:ext cx="4401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effectLst/>
                <a:latin typeface="Nato"/>
                <a:ea typeface="SimSun" panose="02010600030101010101" pitchFamily="2" charset="-122"/>
              </a:rPr>
              <a:t>The similarity graphs of numerical Inputs</a:t>
            </a:r>
            <a:endParaRPr lang="en-US" dirty="0">
              <a:latin typeface="Nato"/>
            </a:endParaRPr>
          </a:p>
        </p:txBody>
      </p:sp>
      <p:pic>
        <p:nvPicPr>
          <p:cNvPr id="11" name="Picture 10" descr="A graph of orange lines&#10;&#10;AI-generated content may be incorrect.">
            <a:extLst>
              <a:ext uri="{FF2B5EF4-FFF2-40B4-BE49-F238E27FC236}">
                <a16:creationId xmlns:a16="http://schemas.microsoft.com/office/drawing/2014/main" id="{BFA7F28D-1DC7-71CE-566F-E92865E800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744" y="974687"/>
            <a:ext cx="4097432" cy="461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141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5436D-B96C-3FA4-6BD0-38CABF3BE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053" y="589423"/>
            <a:ext cx="7631894" cy="903899"/>
          </a:xfrm>
        </p:spPr>
        <p:txBody>
          <a:bodyPr/>
          <a:lstStyle/>
          <a:p>
            <a:r>
              <a:rPr lang="en-US" b="1" dirty="0">
                <a:latin typeface="Nato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9F1DBD90-007A-9BA8-B207-901290A2AE5B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744532" y="2100728"/>
            <a:ext cx="8167415" cy="143443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Visualization and Analysis</a:t>
            </a:r>
          </a:p>
          <a:p>
            <a:pPr lvl="1"/>
            <a:r>
              <a:rPr lang="en-US" sz="1800" dirty="0"/>
              <a:t>Successfully implemented HTM-based reconstruction and visualization.</a:t>
            </a:r>
          </a:p>
          <a:p>
            <a:pPr lvl="1"/>
            <a:r>
              <a:rPr lang="en-US" sz="1800" dirty="0"/>
              <a:t>Used heatmaps and matrices to analyze permanence value distribution.</a:t>
            </a:r>
          </a:p>
          <a:p>
            <a:pPr lvl="1"/>
            <a:r>
              <a:rPr lang="en-US" sz="1800" dirty="0"/>
              <a:t>Similarity graphs provided quantitative insights into reconstruction accuracy.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dirty="0">
              <a:latin typeface="Calibri (body)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8E9226-3D86-B101-4169-AD2B2B8F0253}"/>
              </a:ext>
            </a:extLst>
          </p:cNvPr>
          <p:cNvSpPr txBox="1"/>
          <p:nvPr/>
        </p:nvSpPr>
        <p:spPr>
          <a:xfrm>
            <a:off x="1313411" y="4854633"/>
            <a:ext cx="11238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able Placeholder 2">
            <a:extLst>
              <a:ext uri="{FF2B5EF4-FFF2-40B4-BE49-F238E27FC236}">
                <a16:creationId xmlns:a16="http://schemas.microsoft.com/office/drawing/2014/main" id="{D5586ABF-DC2D-9C6F-1CA1-FE941A6561FB}"/>
              </a:ext>
            </a:extLst>
          </p:cNvPr>
          <p:cNvSpPr txBox="1">
            <a:spLocks/>
          </p:cNvSpPr>
          <p:nvPr/>
        </p:nvSpPr>
        <p:spPr>
          <a:xfrm>
            <a:off x="1744532" y="3846075"/>
            <a:ext cx="9006887" cy="1728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Impact and Future Scope</a:t>
            </a:r>
          </a:p>
          <a:p>
            <a:pPr lvl="1"/>
            <a:r>
              <a:rPr lang="en-US" sz="1800" dirty="0"/>
              <a:t>Effective for both numerical and image-based inputs.</a:t>
            </a:r>
          </a:p>
          <a:p>
            <a:pPr lvl="1"/>
            <a:r>
              <a:rPr lang="en-US" sz="1800" dirty="0"/>
              <a:t>Enhances interpretability of HTM learning dynamics.</a:t>
            </a:r>
          </a:p>
          <a:p>
            <a:pPr lvl="1"/>
            <a:r>
              <a:rPr lang="en-US" sz="1800" dirty="0"/>
              <a:t>Establishes a foundation for future improvements in HTM-based models.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3FD4CD-78AA-5F96-0EB3-F1C1F6B27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618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2796" y="1850887"/>
            <a:ext cx="8226407" cy="1807256"/>
          </a:xfrm>
        </p:spPr>
        <p:txBody>
          <a:bodyPr/>
          <a:lstStyle/>
          <a:p>
            <a:r>
              <a:rPr lang="en-US" sz="7200" b="1" dirty="0">
                <a:latin typeface="Nato"/>
              </a:rPr>
              <a:t>THANK YOU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756EE6-AC52-717C-8FC3-4C41E505C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0354287933334992BBD558026A2A57" ma:contentTypeVersion="5" ma:contentTypeDescription="Create a new document." ma:contentTypeScope="" ma:versionID="23c8cde11b2978b12d0eedef809e52c2">
  <xsd:schema xmlns:xsd="http://www.w3.org/2001/XMLSchema" xmlns:xs="http://www.w3.org/2001/XMLSchema" xmlns:p="http://schemas.microsoft.com/office/2006/metadata/properties" xmlns:ns3="f49c376e-25b9-41f2-8e58-deabcdf57a7b" targetNamespace="http://schemas.microsoft.com/office/2006/metadata/properties" ma:root="true" ma:fieldsID="bc78e6c6ee37b8b3c3acbe31018dafdb" ns3:_="">
    <xsd:import namespace="f49c376e-25b9-41f2-8e58-deabcdf57a7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9c376e-25b9-41f2-8e58-deabcdf57a7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F6F00E-6D7F-4B25-8CA1-816D2B9242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49c376e-25b9-41f2-8e58-deabcdf57a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C2645A-E767-4D7E-984D-234E531E4556}">
  <ds:schemaRefs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f49c376e-25b9-41f2-8e58-deabcdf57a7b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4224</TotalTime>
  <Words>664</Words>
  <Application>Microsoft Office PowerPoint</Application>
  <PresentationFormat>Widescreen</PresentationFormat>
  <Paragraphs>122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Aptos</vt:lpstr>
      <vt:lpstr>Arial</vt:lpstr>
      <vt:lpstr>CalCalibri (Body)</vt:lpstr>
      <vt:lpstr>Calibri</vt:lpstr>
      <vt:lpstr>Calibri (body)</vt:lpstr>
      <vt:lpstr>Calibri Light</vt:lpstr>
      <vt:lpstr>Nato</vt:lpstr>
      <vt:lpstr>Times New Roman</vt:lpstr>
      <vt:lpstr>Wingdings</vt:lpstr>
      <vt:lpstr>Custom</vt:lpstr>
      <vt:lpstr>ML 24/25 Implement the visualization of permanence value</vt:lpstr>
      <vt:lpstr>Overview</vt:lpstr>
      <vt:lpstr>Objective</vt:lpstr>
      <vt:lpstr>PowerPoint Presentation</vt:lpstr>
      <vt:lpstr>Methodology</vt:lpstr>
      <vt:lpstr>Reconstruction Method in Neocortex API</vt:lpstr>
      <vt:lpstr>Draw Heatmap Function </vt:lpstr>
      <vt:lpstr>Visualization Technique</vt:lpstr>
      <vt:lpstr>Visualization Techniques</vt:lpstr>
      <vt:lpstr>Comparing Original input and  Reconstructed matrics</vt:lpstr>
      <vt:lpstr>Result Visualization</vt:lpstr>
      <vt:lpstr>Result Visualization</vt:lpstr>
      <vt:lpstr>Similarity Graph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Proloy Sen</dc:creator>
  <cp:lastModifiedBy>Islam, Md Mushfiqul</cp:lastModifiedBy>
  <cp:revision>58</cp:revision>
  <dcterms:created xsi:type="dcterms:W3CDTF">2024-06-11T15:57:34Z</dcterms:created>
  <dcterms:modified xsi:type="dcterms:W3CDTF">2025-03-28T21:05:53Z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0x010100070354287933334992BBD558026A2A57</vt:lpwstr>
  </property>
  <property fmtid="{D5CDD505-2E9C-101B-9397-08002B2CF9AE}" pid="3" name="MediaServiceImageTags">
    <vt:lpwstr/>
  </property>
</Properties>
</file>